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3" r:id="rId2"/>
    <p:sldId id="31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A18A6-AFB5-4F45-8743-B6B27D0BDAD2}" v="4" dt="2024-06-21T18:18:32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25" d="100"/>
          <a:sy n="125" d="100"/>
        </p:scale>
        <p:origin x="-2995" y="-20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0BFA18A6-AFB5-4F45-8743-B6B27D0BDAD2}"/>
    <pc:docChg chg="undo custSel modSld">
      <pc:chgData name="Brian Dyer" userId="f4d252ae-ea01-4f62-a905-b25723068793" providerId="ADAL" clId="{0BFA18A6-AFB5-4F45-8743-B6B27D0BDAD2}" dt="2024-06-21T18:43:29.569" v="344" actId="20577"/>
      <pc:docMkLst>
        <pc:docMk/>
      </pc:docMkLst>
      <pc:sldChg chg="addSp delSp modSp mod">
        <pc:chgData name="Brian Dyer" userId="f4d252ae-ea01-4f62-a905-b25723068793" providerId="ADAL" clId="{0BFA18A6-AFB5-4F45-8743-B6B27D0BDAD2}" dt="2024-06-21T18:43:29.569" v="344" actId="20577"/>
        <pc:sldMkLst>
          <pc:docMk/>
          <pc:sldMk cId="0" sldId="312"/>
        </pc:sldMkLst>
        <pc:spChg chg="add del">
          <ac:chgData name="Brian Dyer" userId="f4d252ae-ea01-4f62-a905-b25723068793" providerId="ADAL" clId="{0BFA18A6-AFB5-4F45-8743-B6B27D0BDAD2}" dt="2024-06-21T17:51:03.320" v="113" actId="22"/>
          <ac:spMkLst>
            <pc:docMk/>
            <pc:sldMk cId="0" sldId="312"/>
            <ac:spMk id="3" creationId="{19C5367E-4828-AB95-AB6A-DD808DA02120}"/>
          </ac:spMkLst>
        </pc:spChg>
        <pc:spChg chg="mod">
          <ac:chgData name="Brian Dyer" userId="f4d252ae-ea01-4f62-a905-b25723068793" providerId="ADAL" clId="{0BFA18A6-AFB5-4F45-8743-B6B27D0BDAD2}" dt="2024-06-19T16:12:50.421" v="7" actId="20577"/>
          <ac:spMkLst>
            <pc:docMk/>
            <pc:sldMk cId="0" sldId="312"/>
            <ac:spMk id="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3.276" v="9" actId="20577"/>
          <ac:spMkLst>
            <pc:docMk/>
            <pc:sldMk cId="0" sldId="312"/>
            <ac:spMk id="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9.013" v="11" actId="20577"/>
          <ac:spMkLst>
            <pc:docMk/>
            <pc:sldMk cId="0" sldId="312"/>
            <ac:spMk id="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3:04.580" v="15" actId="20577"/>
          <ac:spMkLst>
            <pc:docMk/>
            <pc:sldMk cId="0" sldId="312"/>
            <ac:spMk id="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2.734" v="25" actId="20577"/>
          <ac:spMkLst>
            <pc:docMk/>
            <pc:sldMk cId="0" sldId="312"/>
            <ac:spMk id="1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5:20.412" v="21" actId="6549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48.683" v="37" actId="20577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40.027" v="5" actId="20577"/>
          <ac:spMkLst>
            <pc:docMk/>
            <pc:sldMk cId="0" sldId="312"/>
            <ac:spMk id="2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9.963" v="29" actId="20577"/>
          <ac:spMkLst>
            <pc:docMk/>
            <pc:sldMk cId="0" sldId="312"/>
            <ac:spMk id="2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18.564" v="35" actId="20577"/>
          <ac:spMkLst>
            <pc:docMk/>
            <pc:sldMk cId="0" sldId="312"/>
            <ac:spMk id="2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03.399" v="42" actId="113"/>
          <ac:spMkLst>
            <pc:docMk/>
            <pc:sldMk cId="0" sldId="312"/>
            <ac:spMk id="3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0:50.017" v="110" actId="1036"/>
          <ac:spMkLst>
            <pc:docMk/>
            <pc:sldMk cId="0" sldId="312"/>
            <ac:spMk id="31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01.636" v="111" actId="478"/>
          <ac:spMkLst>
            <pc:docMk/>
            <pc:sldMk cId="0" sldId="312"/>
            <ac:spMk id="32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13.322" v="117" actId="478"/>
          <ac:spMkLst>
            <pc:docMk/>
            <pc:sldMk cId="0" sldId="312"/>
            <ac:spMk id="33" creationId="{00000000-0000-0000-0000-000000000000}"/>
          </ac:spMkLst>
        </pc:spChg>
        <pc:spChg chg="del mod">
          <ac:chgData name="Brian Dyer" userId="f4d252ae-ea01-4f62-a905-b25723068793" providerId="ADAL" clId="{0BFA18A6-AFB5-4F45-8743-B6B27D0BDAD2}" dt="2024-06-21T17:51:29.152" v="122" actId="478"/>
          <ac:spMkLst>
            <pc:docMk/>
            <pc:sldMk cId="0" sldId="312"/>
            <ac:spMk id="3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49:32.984" v="60" actId="20577"/>
          <ac:spMkLst>
            <pc:docMk/>
            <pc:sldMk cId="0" sldId="312"/>
            <ac:spMk id="4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1:59.352" v="130" actId="20577"/>
          <ac:spMkLst>
            <pc:docMk/>
            <pc:sldMk cId="0" sldId="312"/>
            <ac:spMk id="4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2:47.745" v="143" actId="20577"/>
          <ac:spMkLst>
            <pc:docMk/>
            <pc:sldMk cId="0" sldId="312"/>
            <ac:spMk id="45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3:07.293" v="146" actId="20577"/>
          <ac:spMkLst>
            <pc:docMk/>
            <pc:sldMk cId="0" sldId="312"/>
            <ac:spMk id="4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5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29.555" v="53" actId="20577"/>
          <ac:spMkLst>
            <pc:docMk/>
            <pc:sldMk cId="0" sldId="312"/>
            <ac:spMk id="5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50:34.411" v="57" actId="113"/>
          <ac:spMkLst>
            <pc:docMk/>
            <pc:sldMk cId="0" sldId="312"/>
            <ac:spMk id="5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8:49.896" v="155" actId="20577"/>
          <ac:spMkLst>
            <pc:docMk/>
            <pc:sldMk cId="0" sldId="312"/>
            <ac:spMk id="6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61" creationId="{00000000-0000-0000-0000-000000000000}"/>
          </ac:spMkLst>
        </pc:spChg>
        <pc:spChg chg="add mod">
          <ac:chgData name="Brian Dyer" userId="f4d252ae-ea01-4f62-a905-b25723068793" providerId="ADAL" clId="{0BFA18A6-AFB5-4F45-8743-B6B27D0BDAD2}" dt="2024-06-21T17:51:48.504" v="127" actId="20577"/>
          <ac:spMkLst>
            <pc:docMk/>
            <pc:sldMk cId="0" sldId="312"/>
            <ac:spMk id="63" creationId="{998887A8-59F6-D053-1D12-EF99F0EA80E9}"/>
          </ac:spMkLst>
        </pc:spChg>
        <pc:spChg chg="add mod">
          <ac:chgData name="Brian Dyer" userId="f4d252ae-ea01-4f62-a905-b25723068793" providerId="ADAL" clId="{0BFA18A6-AFB5-4F45-8743-B6B27D0BDAD2}" dt="2024-06-21T17:52:18.454" v="136" actId="20577"/>
          <ac:spMkLst>
            <pc:docMk/>
            <pc:sldMk cId="0" sldId="312"/>
            <ac:spMk id="64" creationId="{38128B8C-7740-16F5-89A2-85D01F44FE15}"/>
          </ac:spMkLst>
        </pc:spChg>
        <pc:spChg chg="add mod">
          <ac:chgData name="Brian Dyer" userId="f4d252ae-ea01-4f62-a905-b25723068793" providerId="ADAL" clId="{0BFA18A6-AFB5-4F45-8743-B6B27D0BDAD2}" dt="2024-06-21T17:53:14.929" v="152" actId="20577"/>
          <ac:spMkLst>
            <pc:docMk/>
            <pc:sldMk cId="0" sldId="312"/>
            <ac:spMk id="65" creationId="{86531022-5B6F-7A5E-9363-D8A88B94E1B9}"/>
          </ac:spMkLst>
        </pc:spChg>
        <pc:spChg chg="add mod">
          <ac:chgData name="Brian Dyer" userId="f4d252ae-ea01-4f62-a905-b25723068793" providerId="ADAL" clId="{0BFA18A6-AFB5-4F45-8743-B6B27D0BDAD2}" dt="2024-06-21T18:42:47.443" v="332" actId="6549"/>
          <ac:spMkLst>
            <pc:docMk/>
            <pc:sldMk cId="0" sldId="312"/>
            <ac:spMk id="66" creationId="{AE1CA827-5FF4-EC18-560D-7138905D957E}"/>
          </ac:spMkLst>
        </pc:spChg>
        <pc:spChg chg="add mod">
          <ac:chgData name="Brian Dyer" userId="f4d252ae-ea01-4f62-a905-b25723068793" providerId="ADAL" clId="{0BFA18A6-AFB5-4F45-8743-B6B27D0BDAD2}" dt="2024-06-21T18:42:55.675" v="336" actId="6549"/>
          <ac:spMkLst>
            <pc:docMk/>
            <pc:sldMk cId="0" sldId="312"/>
            <ac:spMk id="75" creationId="{929D8972-B388-EAE4-E06A-035AE1312F67}"/>
          </ac:spMkLst>
        </pc:spChg>
        <pc:spChg chg="add mod">
          <ac:chgData name="Brian Dyer" userId="f4d252ae-ea01-4f62-a905-b25723068793" providerId="ADAL" clId="{0BFA18A6-AFB5-4F45-8743-B6B27D0BDAD2}" dt="2024-06-21T18:43:14.196" v="340" actId="6549"/>
          <ac:spMkLst>
            <pc:docMk/>
            <pc:sldMk cId="0" sldId="312"/>
            <ac:spMk id="76" creationId="{A4C2FC7E-CF82-CC8A-8149-F4E0FFBB317F}"/>
          </ac:spMkLst>
        </pc:spChg>
        <pc:spChg chg="add mod">
          <ac:chgData name="Brian Dyer" userId="f4d252ae-ea01-4f62-a905-b25723068793" providerId="ADAL" clId="{0BFA18A6-AFB5-4F45-8743-B6B27D0BDAD2}" dt="2024-06-21T18:43:29.569" v="344" actId="20577"/>
          <ac:spMkLst>
            <pc:docMk/>
            <pc:sldMk cId="0" sldId="312"/>
            <ac:spMk id="77" creationId="{E6A9238F-8536-5291-4A09-8B5A0AFCFC56}"/>
          </ac:spMkLst>
        </pc:sp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7" creationId="{30466100-91AF-6179-1454-E5874B6E4C3F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8" creationId="{2EDA4F7C-0AE2-FA3E-E75F-89988AFFA2CB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9" creationId="{5F88C644-3114-A8F3-0C20-5E5F94C82CD4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0" creationId="{0AD9EDAE-39B5-BAC7-3995-FF41AFB578E0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1" creationId="{2740D86A-7530-CEE2-0C97-9B754389017D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2" creationId="{7DE99CC2-EC7A-8D80-B7F8-5395C3696092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3" creationId="{2F40AD88-DE62-CB13-BCDF-CCBED7E65C47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4" creationId="{C2AE89CF-0D66-C5A5-E3A5-419F27D7A60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OF FEB 22 2024:</a:t>
            </a:r>
          </a:p>
          <a:p>
            <a:r>
              <a:rPr lang="en-US" dirty="0"/>
              <a:t>Total under pregnancy surveillance: 18,601 women</a:t>
            </a:r>
          </a:p>
          <a:p>
            <a:r>
              <a:rPr lang="en-US" dirty="0"/>
              <a:t>Total pregnancies detected: 2951</a:t>
            </a:r>
          </a:p>
          <a:p>
            <a:r>
              <a:rPr lang="en-US" dirty="0"/>
              <a:t>Total pregnant women enrolled: 2389</a:t>
            </a:r>
          </a:p>
          <a:p>
            <a:r>
              <a:rPr lang="en-US" dirty="0"/>
              <a:t>Total live births to date: 943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96836" y="131039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2810" y="520273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3991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2810" y="897506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559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19" y="22306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809" y="223026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3126" y="22304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4762" y="222362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03" y="34936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51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7154" y="908617"/>
            <a:ext cx="3062766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237 </a:t>
            </a:r>
            <a:r>
              <a:rPr lang="en-US" sz="1200" dirty="0"/>
              <a:t>ineligible gestational age (&gt;16 weeks)</a:t>
            </a:r>
            <a:endParaRPr lang="en-US" sz="1200" b="1" dirty="0"/>
          </a:p>
          <a:p>
            <a:r>
              <a:rPr lang="en-US" sz="1200" b="1" dirty="0"/>
              <a:t>4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22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</a:t>
            </a:r>
          </a:p>
          <a:p>
            <a:r>
              <a:rPr lang="en-US" sz="1200" b="1" dirty="0"/>
              <a:t>3</a:t>
            </a:r>
            <a:r>
              <a:rPr lang="en-US" sz="1200" dirty="0"/>
              <a:t> Enrolment pending</a:t>
            </a:r>
            <a:endParaRPr lang="en-US" sz="1200" b="1" dirty="0"/>
          </a:p>
        </p:txBody>
      </p:sp>
      <p:sp>
        <p:nvSpPr>
          <p:cNvPr id="87" name="TextBox 86"/>
          <p:cNvSpPr txBox="1"/>
          <p:nvPr/>
        </p:nvSpPr>
        <p:spPr>
          <a:xfrm>
            <a:off x="1428581" y="2583509"/>
            <a:ext cx="1455629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3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4293926" y="2577031"/>
            <a:ext cx="1455357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4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89" name="TextBox 88"/>
          <p:cNvSpPr txBox="1"/>
          <p:nvPr/>
        </p:nvSpPr>
        <p:spPr>
          <a:xfrm>
            <a:off x="7158266" y="2573423"/>
            <a:ext cx="1453896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3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4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3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90" name="TextBox 89"/>
          <p:cNvSpPr txBox="1"/>
          <p:nvPr/>
        </p:nvSpPr>
        <p:spPr>
          <a:xfrm>
            <a:off x="10009903" y="2573226"/>
            <a:ext cx="1453896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3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6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2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cxnSp>
        <p:nvCxnSpPr>
          <p:cNvPr id="101" name="Straight Arrow Connector 100"/>
          <p:cNvCxnSpPr>
            <a:stCxn id="20" idx="2"/>
            <a:endCxn id="28" idx="0"/>
          </p:cNvCxnSpPr>
          <p:nvPr/>
        </p:nvCxnSpPr>
        <p:spPr>
          <a:xfrm flipH="1">
            <a:off x="1228438" y="2507684"/>
            <a:ext cx="5316" cy="98593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21" idx="2"/>
            <a:endCxn id="67" idx="0"/>
          </p:cNvCxnSpPr>
          <p:nvPr/>
        </p:nvCxnSpPr>
        <p:spPr>
          <a:xfrm flipH="1">
            <a:off x="4098827" y="2507262"/>
            <a:ext cx="5317" cy="9772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22" idx="2"/>
            <a:endCxn id="68" idx="0"/>
          </p:cNvCxnSpPr>
          <p:nvPr/>
        </p:nvCxnSpPr>
        <p:spPr>
          <a:xfrm flipH="1">
            <a:off x="6962145" y="2507401"/>
            <a:ext cx="5316" cy="97352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23" idx="2"/>
            <a:endCxn id="69" idx="0"/>
          </p:cNvCxnSpPr>
          <p:nvPr/>
        </p:nvCxnSpPr>
        <p:spPr>
          <a:xfrm flipH="1">
            <a:off x="9813781" y="2500625"/>
            <a:ext cx="5316" cy="9887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1225829" y="295089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4105261" y="294764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962145" y="295061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813781" y="294384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38948" y="1382829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251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88167" y="19836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71362" y="1959086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78148" y="1976139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46358" y="197378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74492" y="348453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50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37810" y="348093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53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9446" y="348932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49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5111" y="3861872"/>
            <a:ext cx="147674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47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4294845" y="3861386"/>
            <a:ext cx="1531284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Refusal</a:t>
            </a:r>
          </a:p>
          <a:p>
            <a:r>
              <a:rPr lang="en-US" sz="1200" b="1" dirty="0"/>
              <a:t>47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sp>
        <p:nvSpPr>
          <p:cNvPr id="80" name="TextBox 79"/>
          <p:cNvSpPr txBox="1"/>
          <p:nvPr/>
        </p:nvSpPr>
        <p:spPr>
          <a:xfrm>
            <a:off x="7158265" y="4067149"/>
            <a:ext cx="1542863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49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sp>
        <p:nvSpPr>
          <p:cNvPr id="81" name="TextBox 80"/>
          <p:cNvSpPr txBox="1"/>
          <p:nvPr/>
        </p:nvSpPr>
        <p:spPr>
          <a:xfrm>
            <a:off x="10003167" y="3828259"/>
            <a:ext cx="1531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2 </a:t>
            </a:r>
            <a:r>
              <a:rPr lang="en-US" sz="1200" dirty="0"/>
              <a:t>Refusals</a:t>
            </a:r>
          </a:p>
          <a:p>
            <a:r>
              <a:rPr lang="en-US" sz="1200" b="1" dirty="0"/>
              <a:t>46 </a:t>
            </a:r>
            <a:r>
              <a:rPr lang="en-US" sz="1200" dirty="0"/>
              <a:t>Under follow-up</a:t>
            </a:r>
            <a:endParaRPr lang="en-US" sz="1200" b="1" dirty="0"/>
          </a:p>
        </p:txBody>
      </p:sp>
      <p:cxnSp>
        <p:nvCxnSpPr>
          <p:cNvPr id="82" name="Straight Arrow Connector 81"/>
          <p:cNvCxnSpPr>
            <a:stCxn id="28" idx="2"/>
            <a:endCxn id="102" idx="0"/>
          </p:cNvCxnSpPr>
          <p:nvPr/>
        </p:nvCxnSpPr>
        <p:spPr>
          <a:xfrm flipH="1">
            <a:off x="1221703" y="3770616"/>
            <a:ext cx="6735" cy="77261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7" idx="2"/>
            <a:endCxn id="104" idx="0"/>
          </p:cNvCxnSpPr>
          <p:nvPr/>
        </p:nvCxnSpPr>
        <p:spPr>
          <a:xfrm flipH="1">
            <a:off x="4092092" y="3761537"/>
            <a:ext cx="6735" cy="77261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68" idx="2"/>
            <a:endCxn id="105" idx="0"/>
          </p:cNvCxnSpPr>
          <p:nvPr/>
        </p:nvCxnSpPr>
        <p:spPr>
          <a:xfrm flipH="1">
            <a:off x="6955410" y="3757929"/>
            <a:ext cx="6735" cy="77261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69" idx="2"/>
            <a:endCxn id="106" idx="0"/>
          </p:cNvCxnSpPr>
          <p:nvPr/>
        </p:nvCxnSpPr>
        <p:spPr>
          <a:xfrm flipH="1">
            <a:off x="9807046" y="3766327"/>
            <a:ext cx="6735" cy="77261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1219094" y="4205932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4098526" y="4202676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955410" y="4205649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807046" y="419887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7368" y="454323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20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67757" y="453415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12</a:t>
            </a:r>
            <a:r>
              <a:rPr lang="en-US" sz="1200" dirty="0"/>
              <a:t> 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31075" y="453054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19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2711" y="453894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759" y="497414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9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65148" y="496507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28466" y="496146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0102" y="496986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759" y="57082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74492" y="570773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28465" y="570412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0102" y="57039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15111" y="5313105"/>
            <a:ext cx="145389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Stillbirths</a:t>
            </a:r>
          </a:p>
        </p:txBody>
      </p:sp>
      <p:cxnSp>
        <p:nvCxnSpPr>
          <p:cNvPr id="140" name="Straight Arrow Connector 139"/>
          <p:cNvCxnSpPr>
            <a:stCxn id="119" idx="2"/>
            <a:endCxn id="125" idx="0"/>
          </p:cNvCxnSpPr>
          <p:nvPr/>
        </p:nvCxnSpPr>
        <p:spPr>
          <a:xfrm>
            <a:off x="1219094" y="5251148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32" idx="1"/>
          </p:cNvCxnSpPr>
          <p:nvPr/>
        </p:nvCxnSpPr>
        <p:spPr>
          <a:xfrm>
            <a:off x="1217977" y="5451605"/>
            <a:ext cx="1971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4287466" y="5304212"/>
            <a:ext cx="145389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Stillbirths</a:t>
            </a:r>
          </a:p>
        </p:txBody>
      </p:sp>
      <p:cxnSp>
        <p:nvCxnSpPr>
          <p:cNvPr id="165" name="Straight Arrow Connector 164"/>
          <p:cNvCxnSpPr>
            <a:stCxn id="120" idx="2"/>
            <a:endCxn id="126" idx="0"/>
          </p:cNvCxnSpPr>
          <p:nvPr/>
        </p:nvCxnSpPr>
        <p:spPr>
          <a:xfrm>
            <a:off x="4089483" y="5242069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64" idx="1"/>
          </p:cNvCxnSpPr>
          <p:nvPr/>
        </p:nvCxnSpPr>
        <p:spPr>
          <a:xfrm>
            <a:off x="4090332" y="5442712"/>
            <a:ext cx="1971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7144731" y="5309013"/>
            <a:ext cx="145389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Stillbirths</a:t>
            </a:r>
          </a:p>
        </p:txBody>
      </p:sp>
      <p:cxnSp>
        <p:nvCxnSpPr>
          <p:cNvPr id="168" name="Straight Arrow Connector 167"/>
          <p:cNvCxnSpPr>
            <a:stCxn id="122" idx="2"/>
          </p:cNvCxnSpPr>
          <p:nvPr/>
        </p:nvCxnSpPr>
        <p:spPr>
          <a:xfrm flipH="1">
            <a:off x="6948714" y="5238461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endCxn id="167" idx="1"/>
          </p:cNvCxnSpPr>
          <p:nvPr/>
        </p:nvCxnSpPr>
        <p:spPr>
          <a:xfrm>
            <a:off x="6947597" y="5447513"/>
            <a:ext cx="1971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998024" y="5308817"/>
            <a:ext cx="1453896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Stillbirths</a:t>
            </a:r>
          </a:p>
        </p:txBody>
      </p:sp>
      <p:cxnSp>
        <p:nvCxnSpPr>
          <p:cNvPr id="171" name="Straight Arrow Connector 170"/>
          <p:cNvCxnSpPr>
            <a:stCxn id="124" idx="2"/>
          </p:cNvCxnSpPr>
          <p:nvPr/>
        </p:nvCxnSpPr>
        <p:spPr>
          <a:xfrm flipH="1">
            <a:off x="9802007" y="5246859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endCxn id="170" idx="1"/>
          </p:cNvCxnSpPr>
          <p:nvPr/>
        </p:nvCxnSpPr>
        <p:spPr>
          <a:xfrm>
            <a:off x="9800890" y="5447317"/>
            <a:ext cx="1971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92575" y="408038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92575" y="797272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92575" y="1174505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46102" y="1797261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77847" y="1855686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6005168" y="1857216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61866" y="1797261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51920" y="1963559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51886" y="221048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251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63765" y="348328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203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63765" y="452861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63765" y="494556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63765" y="568838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92575" y="1276789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stCxn id="102" idx="2"/>
            <a:endCxn id="119" idx="0"/>
          </p:cNvCxnSpPr>
          <p:nvPr/>
        </p:nvCxnSpPr>
        <p:spPr>
          <a:xfrm flipH="1">
            <a:off x="1219094" y="4820231"/>
            <a:ext cx="2609" cy="1539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stCxn id="104" idx="2"/>
            <a:endCxn id="120" idx="0"/>
          </p:cNvCxnSpPr>
          <p:nvPr/>
        </p:nvCxnSpPr>
        <p:spPr>
          <a:xfrm flipH="1">
            <a:off x="4089483" y="4811152"/>
            <a:ext cx="2609" cy="1539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stCxn id="105" idx="2"/>
            <a:endCxn id="122" idx="0"/>
          </p:cNvCxnSpPr>
          <p:nvPr/>
        </p:nvCxnSpPr>
        <p:spPr>
          <a:xfrm flipH="1">
            <a:off x="6952801" y="4807544"/>
            <a:ext cx="2609" cy="1539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stCxn id="106" idx="2"/>
            <a:endCxn id="124" idx="0"/>
          </p:cNvCxnSpPr>
          <p:nvPr/>
        </p:nvCxnSpPr>
        <p:spPr>
          <a:xfrm flipH="1">
            <a:off x="9804437" y="4815942"/>
            <a:ext cx="2609" cy="1539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408374" y="368782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1" y="456511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1074179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689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099" y="23522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489" y="235185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46</a:t>
            </a:r>
            <a:r>
              <a:rPr lang="en-US" sz="1200" dirty="0"/>
              <a:t> 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2806" y="23519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47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4442" y="23452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83" y="37941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38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261" y="2731604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2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273606" y="2725126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137945" y="2721518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989583" y="2721321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1208118" y="2629275"/>
            <a:ext cx="5316" cy="11648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4078507" y="2628853"/>
            <a:ext cx="5317" cy="11561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6941825" y="2628992"/>
            <a:ext cx="5316" cy="11524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30" idx="0"/>
          </p:cNvCxnSpPr>
          <p:nvPr/>
        </p:nvCxnSpPr>
        <p:spPr>
          <a:xfrm flipH="1">
            <a:off x="9793461" y="2622216"/>
            <a:ext cx="5316" cy="116760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205509" y="309899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84941" y="309573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941825" y="3098711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793461" y="3091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150442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183 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210519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208067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209773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209537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2954172" y="37850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7490" y="378142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9126" y="37898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4625" y="4296198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18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endCxn id="43" idx="0"/>
          </p:cNvCxnSpPr>
          <p:nvPr/>
        </p:nvCxnSpPr>
        <p:spPr>
          <a:xfrm flipH="1">
            <a:off x="1201383" y="4063210"/>
            <a:ext cx="5316" cy="8136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44" idx="0"/>
          </p:cNvCxnSpPr>
          <p:nvPr/>
        </p:nvCxnSpPr>
        <p:spPr>
          <a:xfrm flipH="1">
            <a:off x="4071772" y="4062788"/>
            <a:ext cx="5317" cy="8049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45" idx="0"/>
          </p:cNvCxnSpPr>
          <p:nvPr/>
        </p:nvCxnSpPr>
        <p:spPr>
          <a:xfrm flipH="1">
            <a:off x="6935090" y="4062927"/>
            <a:ext cx="5316" cy="8012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6" idx="0"/>
          </p:cNvCxnSpPr>
          <p:nvPr/>
        </p:nvCxnSpPr>
        <p:spPr>
          <a:xfrm flipH="1">
            <a:off x="9786726" y="4056151"/>
            <a:ext cx="5316" cy="8164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198774" y="453292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078206" y="452967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935090" y="453264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9786726" y="452587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048" y="487685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19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7437" y="48677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22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0755" y="48641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23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2391" y="487256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96" y="600025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14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38732" y="59893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15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2050" y="598569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3686" y="599409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918176"/>
            <a:ext cx="0" cy="15600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5" y="1351178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191885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197727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8" y="197880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191885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208515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233207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183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378378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445" y="486223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11637349" y="596979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4" y="368782"/>
            <a:ext cx="2060909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887A8-59F6-D053-1D12-EF99F0EA80E9}"/>
              </a:ext>
            </a:extLst>
          </p:cNvPr>
          <p:cNvSpPr txBox="1"/>
          <p:nvPr/>
        </p:nvSpPr>
        <p:spPr>
          <a:xfrm>
            <a:off x="4288544" y="4296198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128B8C-7740-16F5-89A2-85D01F44FE15}"/>
              </a:ext>
            </a:extLst>
          </p:cNvPr>
          <p:cNvSpPr txBox="1"/>
          <p:nvPr/>
        </p:nvSpPr>
        <p:spPr>
          <a:xfrm>
            <a:off x="7153596" y="4307594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531022-5B6F-7A5E-9363-D8A88B94E1B9}"/>
              </a:ext>
            </a:extLst>
          </p:cNvPr>
          <p:cNvSpPr txBox="1"/>
          <p:nvPr/>
        </p:nvSpPr>
        <p:spPr>
          <a:xfrm>
            <a:off x="9989478" y="4305248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21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1CA827-5FF4-EC18-560D-7138905D957E}"/>
              </a:ext>
            </a:extLst>
          </p:cNvPr>
          <p:cNvSpPr txBox="1"/>
          <p:nvPr/>
        </p:nvSpPr>
        <p:spPr>
          <a:xfrm>
            <a:off x="1402433" y="5411766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 </a:t>
            </a:r>
            <a:r>
              <a:rPr lang="en-US" sz="1200" dirty="0"/>
              <a:t>Under follow-up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466100-91AF-6179-1454-E5874B6E4C3F}"/>
              </a:ext>
            </a:extLst>
          </p:cNvPr>
          <p:cNvCxnSpPr/>
          <p:nvPr/>
        </p:nvCxnSpPr>
        <p:spPr>
          <a:xfrm flipH="1">
            <a:off x="1189191" y="5178778"/>
            <a:ext cx="5316" cy="8136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DA4F7C-0AE2-FA3E-E75F-89988AFFA2CB}"/>
              </a:ext>
            </a:extLst>
          </p:cNvPr>
          <p:cNvCxnSpPr/>
          <p:nvPr/>
        </p:nvCxnSpPr>
        <p:spPr>
          <a:xfrm flipH="1">
            <a:off x="4059580" y="5178356"/>
            <a:ext cx="5317" cy="8049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F88C644-3114-A8F3-0C20-5E5F94C82CD4}"/>
              </a:ext>
            </a:extLst>
          </p:cNvPr>
          <p:cNvCxnSpPr/>
          <p:nvPr/>
        </p:nvCxnSpPr>
        <p:spPr>
          <a:xfrm flipH="1">
            <a:off x="6922898" y="5178495"/>
            <a:ext cx="5316" cy="8012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D9EDAE-39B5-BAC7-3995-FF41AFB578E0}"/>
              </a:ext>
            </a:extLst>
          </p:cNvPr>
          <p:cNvCxnSpPr/>
          <p:nvPr/>
        </p:nvCxnSpPr>
        <p:spPr>
          <a:xfrm flipH="1">
            <a:off x="9774534" y="5171719"/>
            <a:ext cx="5316" cy="8164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40D86A-7530-CEE2-0C97-9B754389017D}"/>
              </a:ext>
            </a:extLst>
          </p:cNvPr>
          <p:cNvCxnSpPr/>
          <p:nvPr/>
        </p:nvCxnSpPr>
        <p:spPr>
          <a:xfrm>
            <a:off x="1186582" y="564849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E99CC2-EC7A-8D80-B7F8-5395C3696092}"/>
              </a:ext>
            </a:extLst>
          </p:cNvPr>
          <p:cNvCxnSpPr/>
          <p:nvPr/>
        </p:nvCxnSpPr>
        <p:spPr>
          <a:xfrm>
            <a:off x="4066014" y="564524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40AD88-DE62-CB13-BCDF-CCBED7E65C47}"/>
              </a:ext>
            </a:extLst>
          </p:cNvPr>
          <p:cNvCxnSpPr/>
          <p:nvPr/>
        </p:nvCxnSpPr>
        <p:spPr>
          <a:xfrm>
            <a:off x="6922898" y="564821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AE89CF-0D66-C5A5-E3A5-419F27D7A60A}"/>
              </a:ext>
            </a:extLst>
          </p:cNvPr>
          <p:cNvCxnSpPr/>
          <p:nvPr/>
        </p:nvCxnSpPr>
        <p:spPr>
          <a:xfrm>
            <a:off x="9774534" y="564143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29D8972-B388-EAE4-E06A-035AE1312F67}"/>
              </a:ext>
            </a:extLst>
          </p:cNvPr>
          <p:cNvSpPr txBox="1"/>
          <p:nvPr/>
        </p:nvSpPr>
        <p:spPr>
          <a:xfrm>
            <a:off x="4276352" y="5411766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7 </a:t>
            </a:r>
            <a:r>
              <a:rPr lang="en-US" sz="1200" dirty="0"/>
              <a:t>Under follow-up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C2FC7E-CF82-CC8A-8149-F4E0FFBB317F}"/>
              </a:ext>
            </a:extLst>
          </p:cNvPr>
          <p:cNvSpPr txBox="1"/>
          <p:nvPr/>
        </p:nvSpPr>
        <p:spPr>
          <a:xfrm>
            <a:off x="7141404" y="5423162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 </a:t>
            </a:r>
            <a:r>
              <a:rPr lang="en-US" sz="1200" dirty="0"/>
              <a:t>Under follow-up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9238F-8536-5291-4A09-8B5A0AFCFC56}"/>
              </a:ext>
            </a:extLst>
          </p:cNvPr>
          <p:cNvSpPr txBox="1"/>
          <p:nvPr/>
        </p:nvSpPr>
        <p:spPr>
          <a:xfrm>
            <a:off x="9977286" y="5420816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/>
              <a:t>7 </a:t>
            </a:r>
            <a:r>
              <a:rPr lang="en-US" sz="1200"/>
              <a:t>Under follow-up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392</Words>
  <Application>Microsoft Office PowerPoint</Application>
  <PresentationFormat>Widescreen</PresentationFormat>
  <Paragraphs>119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</cp:revision>
  <dcterms:created xsi:type="dcterms:W3CDTF">2024-04-26T15:51:54Z</dcterms:created>
  <dcterms:modified xsi:type="dcterms:W3CDTF">2024-06-21T18:43:30Z</dcterms:modified>
</cp:coreProperties>
</file>