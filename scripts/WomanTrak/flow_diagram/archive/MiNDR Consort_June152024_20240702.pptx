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13" r:id="rId2"/>
    <p:sldId id="312" r:id="rId3"/>
  </p:sldIdLst>
  <p:sldSz cx="12192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990" y="-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Dyer" userId="f4d252ae-ea01-4f62-a905-b25723068793" providerId="ADAL" clId="{C396004F-1C45-4576-9381-78766D349A3E}"/>
    <pc:docChg chg="undo custSel modSld">
      <pc:chgData name="Brian Dyer" userId="f4d252ae-ea01-4f62-a905-b25723068793" providerId="ADAL" clId="{C396004F-1C45-4576-9381-78766D349A3E}" dt="2024-07-15T19:08:36.302" v="300" actId="20577"/>
      <pc:docMkLst>
        <pc:docMk/>
      </pc:docMkLst>
      <pc:sldChg chg="addSp modSp mod">
        <pc:chgData name="Brian Dyer" userId="f4d252ae-ea01-4f62-a905-b25723068793" providerId="ADAL" clId="{C396004F-1C45-4576-9381-78766D349A3E}" dt="2024-07-15T19:08:36.302" v="300" actId="20577"/>
        <pc:sldMkLst>
          <pc:docMk/>
          <pc:sldMk cId="0" sldId="313"/>
        </pc:sldMkLst>
        <pc:spChg chg="mod">
          <ac:chgData name="Brian Dyer" userId="f4d252ae-ea01-4f62-a905-b25723068793" providerId="ADAL" clId="{C396004F-1C45-4576-9381-78766D349A3E}" dt="2024-07-15T18:57:59.112" v="115" actId="1038"/>
          <ac:spMkLst>
            <pc:docMk/>
            <pc:sldMk cId="0" sldId="313"/>
            <ac:spMk id="22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8:45:38.029" v="4" actId="20577"/>
          <ac:spMkLst>
            <pc:docMk/>
            <pc:sldMk cId="0" sldId="313"/>
            <ac:spMk id="23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8:55:35.863" v="53" actId="20577"/>
          <ac:spMkLst>
            <pc:docMk/>
            <pc:sldMk cId="0" sldId="313"/>
            <ac:spMk id="28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8:55:50.402" v="61" actId="20577"/>
          <ac:spMkLst>
            <pc:docMk/>
            <pc:sldMk cId="0" sldId="313"/>
            <ac:spMk id="38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8:55:54.368" v="63" actId="20577"/>
          <ac:spMkLst>
            <pc:docMk/>
            <pc:sldMk cId="0" sldId="313"/>
            <ac:spMk id="39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8:55:59.686" v="67" actId="20577"/>
          <ac:spMkLst>
            <pc:docMk/>
            <pc:sldMk cId="0" sldId="313"/>
            <ac:spMk id="40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8:56:03.235" v="68" actId="20577"/>
          <ac:spMkLst>
            <pc:docMk/>
            <pc:sldMk cId="0" sldId="313"/>
            <ac:spMk id="41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8:55:39.942" v="55" actId="20577"/>
          <ac:spMkLst>
            <pc:docMk/>
            <pc:sldMk cId="0" sldId="313"/>
            <ac:spMk id="67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8:57:53.314" v="112" actId="1037"/>
          <ac:spMkLst>
            <pc:docMk/>
            <pc:sldMk cId="0" sldId="313"/>
            <ac:spMk id="68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8:55:47.337" v="59" actId="20577"/>
          <ac:spMkLst>
            <pc:docMk/>
            <pc:sldMk cId="0" sldId="313"/>
            <ac:spMk id="69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8:57:16.338" v="108" actId="113"/>
          <ac:spMkLst>
            <pc:docMk/>
            <pc:sldMk cId="0" sldId="313"/>
            <ac:spMk id="74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8:59:51.371" v="150" actId="1036"/>
          <ac:spMkLst>
            <pc:docMk/>
            <pc:sldMk cId="0" sldId="313"/>
            <ac:spMk id="79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8:59:55.122" v="151" actId="1035"/>
          <ac:spMkLst>
            <pc:docMk/>
            <pc:sldMk cId="0" sldId="313"/>
            <ac:spMk id="80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9:00:09.556" v="171" actId="1035"/>
          <ac:spMkLst>
            <pc:docMk/>
            <pc:sldMk cId="0" sldId="313"/>
            <ac:spMk id="81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8:48:50.407" v="40" actId="255"/>
          <ac:spMkLst>
            <pc:docMk/>
            <pc:sldMk cId="0" sldId="313"/>
            <ac:spMk id="87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8:47:02.801" v="27" actId="113"/>
          <ac:spMkLst>
            <pc:docMk/>
            <pc:sldMk cId="0" sldId="313"/>
            <ac:spMk id="88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8:48:32.698" v="39" actId="2711"/>
          <ac:spMkLst>
            <pc:docMk/>
            <pc:sldMk cId="0" sldId="313"/>
            <ac:spMk id="89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8:49:46.447" v="51" actId="113"/>
          <ac:spMkLst>
            <pc:docMk/>
            <pc:sldMk cId="0" sldId="313"/>
            <ac:spMk id="90" creationId="{00000000-0000-0000-0000-000000000000}"/>
          </ac:spMkLst>
        </pc:spChg>
        <pc:spChg chg="add mod">
          <ac:chgData name="Brian Dyer" userId="f4d252ae-ea01-4f62-a905-b25723068793" providerId="ADAL" clId="{C396004F-1C45-4576-9381-78766D349A3E}" dt="2024-07-15T19:05:10.549" v="197" actId="1076"/>
          <ac:spMkLst>
            <pc:docMk/>
            <pc:sldMk cId="0" sldId="313"/>
            <ac:spMk id="98" creationId="{76B7BF97-FD29-4B8E-84DF-E115D1549723}"/>
          </ac:spMkLst>
        </pc:spChg>
        <pc:spChg chg="mod">
          <ac:chgData name="Brian Dyer" userId="f4d252ae-ea01-4f62-a905-b25723068793" providerId="ADAL" clId="{C396004F-1C45-4576-9381-78766D349A3E}" dt="2024-07-15T18:57:22.592" v="109" actId="1076"/>
          <ac:spMkLst>
            <pc:docMk/>
            <pc:sldMk cId="0" sldId="313"/>
            <ac:spMk id="102" creationId="{00000000-0000-0000-0000-000000000000}"/>
          </ac:spMkLst>
        </pc:spChg>
        <pc:spChg chg="add mod">
          <ac:chgData name="Brian Dyer" userId="f4d252ae-ea01-4f62-a905-b25723068793" providerId="ADAL" clId="{C396004F-1C45-4576-9381-78766D349A3E}" dt="2024-07-15T19:05:15.910" v="198" actId="1076"/>
          <ac:spMkLst>
            <pc:docMk/>
            <pc:sldMk cId="0" sldId="313"/>
            <ac:spMk id="103" creationId="{C1615B3A-3FBA-41A3-9641-481CD0C6BE52}"/>
          </ac:spMkLst>
        </pc:spChg>
        <pc:spChg chg="mod">
          <ac:chgData name="Brian Dyer" userId="f4d252ae-ea01-4f62-a905-b25723068793" providerId="ADAL" clId="{C396004F-1C45-4576-9381-78766D349A3E}" dt="2024-07-15T18:57:31.844" v="110" actId="1076"/>
          <ac:spMkLst>
            <pc:docMk/>
            <pc:sldMk cId="0" sldId="313"/>
            <ac:spMk id="104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8:57:45.399" v="111" actId="1076"/>
          <ac:spMkLst>
            <pc:docMk/>
            <pc:sldMk cId="0" sldId="313"/>
            <ac:spMk id="105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8:58:19.881" v="116" actId="1076"/>
          <ac:spMkLst>
            <pc:docMk/>
            <pc:sldMk cId="0" sldId="313"/>
            <ac:spMk id="106" creationId="{00000000-0000-0000-0000-000000000000}"/>
          </ac:spMkLst>
        </pc:spChg>
        <pc:spChg chg="add mod">
          <ac:chgData name="Brian Dyer" userId="f4d252ae-ea01-4f62-a905-b25723068793" providerId="ADAL" clId="{C396004F-1C45-4576-9381-78766D349A3E}" dt="2024-07-15T19:05:19.642" v="199" actId="1076"/>
          <ac:spMkLst>
            <pc:docMk/>
            <pc:sldMk cId="0" sldId="313"/>
            <ac:spMk id="107" creationId="{EA6597A6-3B92-4EBD-9626-A72B2B148FA0}"/>
          </ac:spMkLst>
        </pc:spChg>
        <pc:spChg chg="add mod">
          <ac:chgData name="Brian Dyer" userId="f4d252ae-ea01-4f62-a905-b25723068793" providerId="ADAL" clId="{C396004F-1C45-4576-9381-78766D349A3E}" dt="2024-07-15T19:05:44.665" v="202" actId="2711"/>
          <ac:spMkLst>
            <pc:docMk/>
            <pc:sldMk cId="0" sldId="313"/>
            <ac:spMk id="108" creationId="{8C374FDB-5D21-4B43-8585-B1F0B70ED270}"/>
          </ac:spMkLst>
        </pc:spChg>
        <pc:spChg chg="mod">
          <ac:chgData name="Brian Dyer" userId="f4d252ae-ea01-4f62-a905-b25723068793" providerId="ADAL" clId="{C396004F-1C45-4576-9381-78766D349A3E}" dt="2024-07-15T19:06:16.501" v="204" actId="20577"/>
          <ac:spMkLst>
            <pc:docMk/>
            <pc:sldMk cId="0" sldId="313"/>
            <ac:spMk id="119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9:06:21.297" v="208" actId="20577"/>
          <ac:spMkLst>
            <pc:docMk/>
            <pc:sldMk cId="0" sldId="313"/>
            <ac:spMk id="120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9:06:26.117" v="210" actId="20577"/>
          <ac:spMkLst>
            <pc:docMk/>
            <pc:sldMk cId="0" sldId="313"/>
            <ac:spMk id="122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9:06:30.174" v="212" actId="20577"/>
          <ac:spMkLst>
            <pc:docMk/>
            <pc:sldMk cId="0" sldId="313"/>
            <ac:spMk id="124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9:08:24.671" v="296" actId="20577"/>
          <ac:spMkLst>
            <pc:docMk/>
            <pc:sldMk cId="0" sldId="313"/>
            <ac:spMk id="125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9:08:28.612" v="297" actId="20577"/>
          <ac:spMkLst>
            <pc:docMk/>
            <pc:sldMk cId="0" sldId="313"/>
            <ac:spMk id="126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9:08:31.775" v="299" actId="20577"/>
          <ac:spMkLst>
            <pc:docMk/>
            <pc:sldMk cId="0" sldId="313"/>
            <ac:spMk id="128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9:08:36.302" v="300" actId="20577"/>
          <ac:spMkLst>
            <pc:docMk/>
            <pc:sldMk cId="0" sldId="313"/>
            <ac:spMk id="130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9:08:13.492" v="294" actId="255"/>
          <ac:spMkLst>
            <pc:docMk/>
            <pc:sldMk cId="0" sldId="313"/>
            <ac:spMk id="132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9:08:02.831" v="292" actId="255"/>
          <ac:spMkLst>
            <pc:docMk/>
            <pc:sldMk cId="0" sldId="313"/>
            <ac:spMk id="164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9:08:06.578" v="293" actId="113"/>
          <ac:spMkLst>
            <pc:docMk/>
            <pc:sldMk cId="0" sldId="313"/>
            <ac:spMk id="167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9:07:52.118" v="290" actId="255"/>
          <ac:spMkLst>
            <pc:docMk/>
            <pc:sldMk cId="0" sldId="313"/>
            <ac:spMk id="170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9:00:21.206" v="172" actId="1076"/>
          <ac:spMkLst>
            <pc:docMk/>
            <pc:sldMk cId="0" sldId="313"/>
            <ac:spMk id="195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9:01:35.556" v="175" actId="1076"/>
          <ac:spMkLst>
            <pc:docMk/>
            <pc:sldMk cId="0" sldId="313"/>
            <ac:spMk id="196" creationId="{00000000-0000-0000-0000-000000000000}"/>
          </ac:spMkLst>
        </pc:spChg>
        <pc:spChg chg="mod">
          <ac:chgData name="Brian Dyer" userId="f4d252ae-ea01-4f62-a905-b25723068793" providerId="ADAL" clId="{C396004F-1C45-4576-9381-78766D349A3E}" dt="2024-07-15T19:01:35.556" v="175" actId="1076"/>
          <ac:spMkLst>
            <pc:docMk/>
            <pc:sldMk cId="0" sldId="313"/>
            <ac:spMk id="197" creationId="{00000000-0000-0000-0000-000000000000}"/>
          </ac:spMkLst>
        </pc:spChg>
        <pc:cxnChg chg="mod">
          <ac:chgData name="Brian Dyer" userId="f4d252ae-ea01-4f62-a905-b25723068793" providerId="ADAL" clId="{C396004F-1C45-4576-9381-78766D349A3E}" dt="2024-07-15T18:57:22.592" v="109" actId="1076"/>
          <ac:cxnSpMkLst>
            <pc:docMk/>
            <pc:sldMk cId="0" sldId="313"/>
            <ac:cxnSpMk id="82" creationId="{00000000-0000-0000-0000-000000000000}"/>
          </ac:cxnSpMkLst>
        </pc:cxnChg>
        <pc:cxnChg chg="mod">
          <ac:chgData name="Brian Dyer" userId="f4d252ae-ea01-4f62-a905-b25723068793" providerId="ADAL" clId="{C396004F-1C45-4576-9381-78766D349A3E}" dt="2024-07-15T18:57:31.844" v="110" actId="1076"/>
          <ac:cxnSpMkLst>
            <pc:docMk/>
            <pc:sldMk cId="0" sldId="313"/>
            <ac:cxnSpMk id="91" creationId="{00000000-0000-0000-0000-000000000000}"/>
          </ac:cxnSpMkLst>
        </pc:cxnChg>
        <pc:cxnChg chg="mod">
          <ac:chgData name="Brian Dyer" userId="f4d252ae-ea01-4f62-a905-b25723068793" providerId="ADAL" clId="{C396004F-1C45-4576-9381-78766D349A3E}" dt="2024-07-15T18:57:53.314" v="112" actId="1037"/>
          <ac:cxnSpMkLst>
            <pc:docMk/>
            <pc:sldMk cId="0" sldId="313"/>
            <ac:cxnSpMk id="92" creationId="{00000000-0000-0000-0000-000000000000}"/>
          </ac:cxnSpMkLst>
        </pc:cxnChg>
        <pc:cxnChg chg="mod">
          <ac:chgData name="Brian Dyer" userId="f4d252ae-ea01-4f62-a905-b25723068793" providerId="ADAL" clId="{C396004F-1C45-4576-9381-78766D349A3E}" dt="2024-07-15T18:58:19.881" v="116" actId="1076"/>
          <ac:cxnSpMkLst>
            <pc:docMk/>
            <pc:sldMk cId="0" sldId="313"/>
            <ac:cxnSpMk id="93" creationId="{00000000-0000-0000-0000-000000000000}"/>
          </ac:cxnSpMkLst>
        </pc:cxnChg>
        <pc:cxnChg chg="add mod">
          <ac:chgData name="Brian Dyer" userId="f4d252ae-ea01-4f62-a905-b25723068793" providerId="ADAL" clId="{C396004F-1C45-4576-9381-78766D349A3E}" dt="2024-07-15T19:02:52.567" v="179" actId="14100"/>
          <ac:cxnSpMkLst>
            <pc:docMk/>
            <pc:sldMk cId="0" sldId="313"/>
            <ac:cxnSpMk id="109" creationId="{13AA2308-8AFA-414D-842E-F6D8EF318E66}"/>
          </ac:cxnSpMkLst>
        </pc:cxnChg>
        <pc:cxnChg chg="add mod">
          <ac:chgData name="Brian Dyer" userId="f4d252ae-ea01-4f62-a905-b25723068793" providerId="ADAL" clId="{C396004F-1C45-4576-9381-78766D349A3E}" dt="2024-07-15T19:02:56.920" v="180" actId="14100"/>
          <ac:cxnSpMkLst>
            <pc:docMk/>
            <pc:sldMk cId="0" sldId="313"/>
            <ac:cxnSpMk id="110" creationId="{0ABB39CE-962E-427E-9B8F-859A250300E6}"/>
          </ac:cxnSpMkLst>
        </pc:cxnChg>
        <pc:cxnChg chg="add mod">
          <ac:chgData name="Brian Dyer" userId="f4d252ae-ea01-4f62-a905-b25723068793" providerId="ADAL" clId="{C396004F-1C45-4576-9381-78766D349A3E}" dt="2024-07-15T19:03:03.291" v="181" actId="14100"/>
          <ac:cxnSpMkLst>
            <pc:docMk/>
            <pc:sldMk cId="0" sldId="313"/>
            <ac:cxnSpMk id="111" creationId="{CD584E24-4042-49B1-8EFC-AB485CA2AE56}"/>
          </ac:cxnSpMkLst>
        </pc:cxnChg>
        <pc:cxnChg chg="add mod">
          <ac:chgData name="Brian Dyer" userId="f4d252ae-ea01-4f62-a905-b25723068793" providerId="ADAL" clId="{C396004F-1C45-4576-9381-78766D349A3E}" dt="2024-07-15T19:03:07.004" v="182" actId="14100"/>
          <ac:cxnSpMkLst>
            <pc:docMk/>
            <pc:sldMk cId="0" sldId="313"/>
            <ac:cxnSpMk id="112" creationId="{F5A5EEAF-8B6D-44B4-8862-ECB5EA397540}"/>
          </ac:cxnSpMkLst>
        </pc:cxnChg>
        <pc:cxnChg chg="mod">
          <ac:chgData name="Brian Dyer" userId="f4d252ae-ea01-4f62-a905-b25723068793" providerId="ADAL" clId="{C396004F-1C45-4576-9381-78766D349A3E}" dt="2024-07-15T18:57:59.112" v="115" actId="1038"/>
          <ac:cxnSpMkLst>
            <pc:docMk/>
            <pc:sldMk cId="0" sldId="313"/>
            <ac:cxnSpMk id="129" creationId="{00000000-0000-0000-0000-000000000000}"/>
          </ac:cxnSpMkLst>
        </pc:cxnChg>
        <pc:cxnChg chg="mod">
          <ac:chgData name="Brian Dyer" userId="f4d252ae-ea01-4f62-a905-b25723068793" providerId="ADAL" clId="{C396004F-1C45-4576-9381-78766D349A3E}" dt="2024-07-15T19:01:35.556" v="175" actId="1076"/>
          <ac:cxnSpMkLst>
            <pc:docMk/>
            <pc:sldMk cId="0" sldId="313"/>
            <ac:cxnSpMk id="140" creationId="{00000000-0000-0000-0000-000000000000}"/>
          </ac:cxnSpMkLst>
        </pc:cxnChg>
        <pc:cxnChg chg="mod">
          <ac:chgData name="Brian Dyer" userId="f4d252ae-ea01-4f62-a905-b25723068793" providerId="ADAL" clId="{C396004F-1C45-4576-9381-78766D349A3E}" dt="2024-07-15T19:08:13.492" v="294" actId="255"/>
          <ac:cxnSpMkLst>
            <pc:docMk/>
            <pc:sldMk cId="0" sldId="313"/>
            <ac:cxnSpMk id="148" creationId="{00000000-0000-0000-0000-000000000000}"/>
          </ac:cxnSpMkLst>
        </pc:cxnChg>
        <pc:cxnChg chg="mod">
          <ac:chgData name="Brian Dyer" userId="f4d252ae-ea01-4f62-a905-b25723068793" providerId="ADAL" clId="{C396004F-1C45-4576-9381-78766D349A3E}" dt="2024-07-15T19:01:35.556" v="175" actId="1076"/>
          <ac:cxnSpMkLst>
            <pc:docMk/>
            <pc:sldMk cId="0" sldId="313"/>
            <ac:cxnSpMk id="165" creationId="{00000000-0000-0000-0000-000000000000}"/>
          </ac:cxnSpMkLst>
        </pc:cxnChg>
        <pc:cxnChg chg="mod">
          <ac:chgData name="Brian Dyer" userId="f4d252ae-ea01-4f62-a905-b25723068793" providerId="ADAL" clId="{C396004F-1C45-4576-9381-78766D349A3E}" dt="2024-07-15T19:08:02.831" v="292" actId="255"/>
          <ac:cxnSpMkLst>
            <pc:docMk/>
            <pc:sldMk cId="0" sldId="313"/>
            <ac:cxnSpMk id="166" creationId="{00000000-0000-0000-0000-000000000000}"/>
          </ac:cxnSpMkLst>
        </pc:cxnChg>
        <pc:cxnChg chg="mod">
          <ac:chgData name="Brian Dyer" userId="f4d252ae-ea01-4f62-a905-b25723068793" providerId="ADAL" clId="{C396004F-1C45-4576-9381-78766D349A3E}" dt="2024-07-15T19:01:35.556" v="175" actId="1076"/>
          <ac:cxnSpMkLst>
            <pc:docMk/>
            <pc:sldMk cId="0" sldId="313"/>
            <ac:cxnSpMk id="168" creationId="{00000000-0000-0000-0000-000000000000}"/>
          </ac:cxnSpMkLst>
        </pc:cxnChg>
        <pc:cxnChg chg="mod">
          <ac:chgData name="Brian Dyer" userId="f4d252ae-ea01-4f62-a905-b25723068793" providerId="ADAL" clId="{C396004F-1C45-4576-9381-78766D349A3E}" dt="2024-07-15T19:07:57.596" v="291" actId="255"/>
          <ac:cxnSpMkLst>
            <pc:docMk/>
            <pc:sldMk cId="0" sldId="313"/>
            <ac:cxnSpMk id="169" creationId="{00000000-0000-0000-0000-000000000000}"/>
          </ac:cxnSpMkLst>
        </pc:cxnChg>
        <pc:cxnChg chg="mod">
          <ac:chgData name="Brian Dyer" userId="f4d252ae-ea01-4f62-a905-b25723068793" providerId="ADAL" clId="{C396004F-1C45-4576-9381-78766D349A3E}" dt="2024-07-15T19:01:35.556" v="175" actId="1076"/>
          <ac:cxnSpMkLst>
            <pc:docMk/>
            <pc:sldMk cId="0" sldId="313"/>
            <ac:cxnSpMk id="171" creationId="{00000000-0000-0000-0000-000000000000}"/>
          </ac:cxnSpMkLst>
        </pc:cxnChg>
        <pc:cxnChg chg="mod">
          <ac:chgData name="Brian Dyer" userId="f4d252ae-ea01-4f62-a905-b25723068793" providerId="ADAL" clId="{C396004F-1C45-4576-9381-78766D349A3E}" dt="2024-07-15T19:07:52.118" v="290" actId="255"/>
          <ac:cxnSpMkLst>
            <pc:docMk/>
            <pc:sldMk cId="0" sldId="313"/>
            <ac:cxnSpMk id="172" creationId="{00000000-0000-0000-0000-000000000000}"/>
          </ac:cxnSpMkLst>
        </pc:cxnChg>
        <pc:cxnChg chg="mod">
          <ac:chgData name="Brian Dyer" userId="f4d252ae-ea01-4f62-a905-b25723068793" providerId="ADAL" clId="{C396004F-1C45-4576-9381-78766D349A3E}" dt="2024-07-15T19:01:35.556" v="175" actId="1076"/>
          <ac:cxnSpMkLst>
            <pc:docMk/>
            <pc:sldMk cId="0" sldId="313"/>
            <ac:cxnSpMk id="288" creationId="{00000000-0000-0000-0000-000000000000}"/>
          </ac:cxnSpMkLst>
        </pc:cxnChg>
        <pc:cxnChg chg="mod">
          <ac:chgData name="Brian Dyer" userId="f4d252ae-ea01-4f62-a905-b25723068793" providerId="ADAL" clId="{C396004F-1C45-4576-9381-78766D349A3E}" dt="2024-07-15T19:01:35.556" v="175" actId="1076"/>
          <ac:cxnSpMkLst>
            <pc:docMk/>
            <pc:sldMk cId="0" sldId="313"/>
            <ac:cxnSpMk id="290" creationId="{00000000-0000-0000-0000-000000000000}"/>
          </ac:cxnSpMkLst>
        </pc:cxnChg>
        <pc:cxnChg chg="mod">
          <ac:chgData name="Brian Dyer" userId="f4d252ae-ea01-4f62-a905-b25723068793" providerId="ADAL" clId="{C396004F-1C45-4576-9381-78766D349A3E}" dt="2024-07-15T19:01:35.556" v="175" actId="1076"/>
          <ac:cxnSpMkLst>
            <pc:docMk/>
            <pc:sldMk cId="0" sldId="313"/>
            <ac:cxnSpMk id="292" creationId="{00000000-0000-0000-0000-000000000000}"/>
          </ac:cxnSpMkLst>
        </pc:cxnChg>
        <pc:cxnChg chg="mod">
          <ac:chgData name="Brian Dyer" userId="f4d252ae-ea01-4f62-a905-b25723068793" providerId="ADAL" clId="{C396004F-1C45-4576-9381-78766D349A3E}" dt="2024-07-15T19:01:35.556" v="175" actId="1076"/>
          <ac:cxnSpMkLst>
            <pc:docMk/>
            <pc:sldMk cId="0" sldId="313"/>
            <ac:cxnSpMk id="294" creationId="{00000000-0000-0000-0000-000000000000}"/>
          </ac:cxnSpMkLst>
        </pc:cxnChg>
      </pc:sldChg>
    </pc:docChg>
  </pc:docChgLst>
  <pc:docChgLst>
    <pc:chgData name="Brian Dyer" userId="f4d252ae-ea01-4f62-a905-b25723068793" providerId="ADAL" clId="{0BFA18A6-AFB5-4F45-8743-B6B27D0BDAD2}"/>
    <pc:docChg chg="undo custSel modSld">
      <pc:chgData name="Brian Dyer" userId="f4d252ae-ea01-4f62-a905-b25723068793" providerId="ADAL" clId="{0BFA18A6-AFB5-4F45-8743-B6B27D0BDAD2}" dt="2024-06-21T18:43:29.569" v="344" actId="20577"/>
      <pc:docMkLst>
        <pc:docMk/>
      </pc:docMkLst>
      <pc:sldChg chg="addSp delSp modSp mod">
        <pc:chgData name="Brian Dyer" userId="f4d252ae-ea01-4f62-a905-b25723068793" providerId="ADAL" clId="{0BFA18A6-AFB5-4F45-8743-B6B27D0BDAD2}" dt="2024-06-21T18:43:29.569" v="344" actId="20577"/>
        <pc:sldMkLst>
          <pc:docMk/>
          <pc:sldMk cId="0" sldId="312"/>
        </pc:sldMkLst>
        <pc:spChg chg="add del">
          <ac:chgData name="Brian Dyer" userId="f4d252ae-ea01-4f62-a905-b25723068793" providerId="ADAL" clId="{0BFA18A6-AFB5-4F45-8743-B6B27D0BDAD2}" dt="2024-06-21T17:51:03.320" v="113" actId="22"/>
          <ac:spMkLst>
            <pc:docMk/>
            <pc:sldMk cId="0" sldId="312"/>
            <ac:spMk id="3" creationId="{19C5367E-4828-AB95-AB6A-DD808DA02120}"/>
          </ac:spMkLst>
        </pc:spChg>
        <pc:spChg chg="mod">
          <ac:chgData name="Brian Dyer" userId="f4d252ae-ea01-4f62-a905-b25723068793" providerId="ADAL" clId="{0BFA18A6-AFB5-4F45-8743-B6B27D0BDAD2}" dt="2024-06-19T16:12:50.421" v="7" actId="20577"/>
          <ac:spMkLst>
            <pc:docMk/>
            <pc:sldMk cId="0" sldId="312"/>
            <ac:spMk id="6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2:53.276" v="9" actId="20577"/>
          <ac:spMkLst>
            <pc:docMk/>
            <pc:sldMk cId="0" sldId="312"/>
            <ac:spMk id="7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2:59.013" v="11" actId="20577"/>
          <ac:spMkLst>
            <pc:docMk/>
            <pc:sldMk cId="0" sldId="312"/>
            <ac:spMk id="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3:04.580" v="15" actId="20577"/>
          <ac:spMkLst>
            <pc:docMk/>
            <pc:sldMk cId="0" sldId="312"/>
            <ac:spMk id="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6:32.734" v="25" actId="20577"/>
          <ac:spMkLst>
            <pc:docMk/>
            <pc:sldMk cId="0" sldId="312"/>
            <ac:spMk id="1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5:20.412" v="21" actId="6549"/>
          <ac:spMkLst>
            <pc:docMk/>
            <pc:sldMk cId="0" sldId="312"/>
            <ac:spMk id="11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7:48.683" v="37" actId="20577"/>
          <ac:spMkLst>
            <pc:docMk/>
            <pc:sldMk cId="0" sldId="312"/>
            <ac:spMk id="13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2:40.027" v="5" actId="20577"/>
          <ac:spMkLst>
            <pc:docMk/>
            <pc:sldMk cId="0" sldId="312"/>
            <ac:spMk id="23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6:39.963" v="29" actId="20577"/>
          <ac:spMkLst>
            <pc:docMk/>
            <pc:sldMk cId="0" sldId="312"/>
            <ac:spMk id="2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7:18.564" v="35" actId="20577"/>
          <ac:spMkLst>
            <pc:docMk/>
            <pc:sldMk cId="0" sldId="312"/>
            <ac:spMk id="2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8:03.399" v="42" actId="113"/>
          <ac:spMkLst>
            <pc:docMk/>
            <pc:sldMk cId="0" sldId="312"/>
            <ac:spMk id="3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0:50.017" v="110" actId="1036"/>
          <ac:spMkLst>
            <pc:docMk/>
            <pc:sldMk cId="0" sldId="312"/>
            <ac:spMk id="31" creationId="{00000000-0000-0000-0000-000000000000}"/>
          </ac:spMkLst>
        </pc:spChg>
        <pc:spChg chg="del">
          <ac:chgData name="Brian Dyer" userId="f4d252ae-ea01-4f62-a905-b25723068793" providerId="ADAL" clId="{0BFA18A6-AFB5-4F45-8743-B6B27D0BDAD2}" dt="2024-06-21T17:51:01.636" v="111" actId="478"/>
          <ac:spMkLst>
            <pc:docMk/>
            <pc:sldMk cId="0" sldId="312"/>
            <ac:spMk id="32" creationId="{00000000-0000-0000-0000-000000000000}"/>
          </ac:spMkLst>
        </pc:spChg>
        <pc:spChg chg="del">
          <ac:chgData name="Brian Dyer" userId="f4d252ae-ea01-4f62-a905-b25723068793" providerId="ADAL" clId="{0BFA18A6-AFB5-4F45-8743-B6B27D0BDAD2}" dt="2024-06-21T17:51:13.322" v="117" actId="478"/>
          <ac:spMkLst>
            <pc:docMk/>
            <pc:sldMk cId="0" sldId="312"/>
            <ac:spMk id="33" creationId="{00000000-0000-0000-0000-000000000000}"/>
          </ac:spMkLst>
        </pc:spChg>
        <pc:spChg chg="del mod">
          <ac:chgData name="Brian Dyer" userId="f4d252ae-ea01-4f62-a905-b25723068793" providerId="ADAL" clId="{0BFA18A6-AFB5-4F45-8743-B6B27D0BDAD2}" dt="2024-06-21T17:51:29.152" v="122" actId="478"/>
          <ac:spMkLst>
            <pc:docMk/>
            <pc:sldMk cId="0" sldId="312"/>
            <ac:spMk id="34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49:32.984" v="60" actId="20577"/>
          <ac:spMkLst>
            <pc:docMk/>
            <pc:sldMk cId="0" sldId="312"/>
            <ac:spMk id="43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1:59.352" v="130" actId="20577"/>
          <ac:spMkLst>
            <pc:docMk/>
            <pc:sldMk cId="0" sldId="312"/>
            <ac:spMk id="44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2:47.745" v="143" actId="20577"/>
          <ac:spMkLst>
            <pc:docMk/>
            <pc:sldMk cId="0" sldId="312"/>
            <ac:spMk id="45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3:07.293" v="146" actId="20577"/>
          <ac:spMkLst>
            <pc:docMk/>
            <pc:sldMk cId="0" sldId="312"/>
            <ac:spMk id="46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47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4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4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5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8:29.555" v="53" actId="20577"/>
          <ac:spMkLst>
            <pc:docMk/>
            <pc:sldMk cId="0" sldId="312"/>
            <ac:spMk id="5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50:34.411" v="57" actId="113"/>
          <ac:spMkLst>
            <pc:docMk/>
            <pc:sldMk cId="0" sldId="312"/>
            <ac:spMk id="5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8:49.896" v="155" actId="20577"/>
          <ac:spMkLst>
            <pc:docMk/>
            <pc:sldMk cId="0" sldId="312"/>
            <ac:spMk id="6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61" creationId="{00000000-0000-0000-0000-000000000000}"/>
          </ac:spMkLst>
        </pc:spChg>
        <pc:spChg chg="add mod">
          <ac:chgData name="Brian Dyer" userId="f4d252ae-ea01-4f62-a905-b25723068793" providerId="ADAL" clId="{0BFA18A6-AFB5-4F45-8743-B6B27D0BDAD2}" dt="2024-06-21T17:51:48.504" v="127" actId="20577"/>
          <ac:spMkLst>
            <pc:docMk/>
            <pc:sldMk cId="0" sldId="312"/>
            <ac:spMk id="63" creationId="{998887A8-59F6-D053-1D12-EF99F0EA80E9}"/>
          </ac:spMkLst>
        </pc:spChg>
        <pc:spChg chg="add mod">
          <ac:chgData name="Brian Dyer" userId="f4d252ae-ea01-4f62-a905-b25723068793" providerId="ADAL" clId="{0BFA18A6-AFB5-4F45-8743-B6B27D0BDAD2}" dt="2024-06-21T17:52:18.454" v="136" actId="20577"/>
          <ac:spMkLst>
            <pc:docMk/>
            <pc:sldMk cId="0" sldId="312"/>
            <ac:spMk id="64" creationId="{38128B8C-7740-16F5-89A2-85D01F44FE15}"/>
          </ac:spMkLst>
        </pc:spChg>
        <pc:spChg chg="add mod">
          <ac:chgData name="Brian Dyer" userId="f4d252ae-ea01-4f62-a905-b25723068793" providerId="ADAL" clId="{0BFA18A6-AFB5-4F45-8743-B6B27D0BDAD2}" dt="2024-06-21T17:53:14.929" v="152" actId="20577"/>
          <ac:spMkLst>
            <pc:docMk/>
            <pc:sldMk cId="0" sldId="312"/>
            <ac:spMk id="65" creationId="{86531022-5B6F-7A5E-9363-D8A88B94E1B9}"/>
          </ac:spMkLst>
        </pc:spChg>
        <pc:spChg chg="add mod">
          <ac:chgData name="Brian Dyer" userId="f4d252ae-ea01-4f62-a905-b25723068793" providerId="ADAL" clId="{0BFA18A6-AFB5-4F45-8743-B6B27D0BDAD2}" dt="2024-06-21T18:42:47.443" v="332" actId="6549"/>
          <ac:spMkLst>
            <pc:docMk/>
            <pc:sldMk cId="0" sldId="312"/>
            <ac:spMk id="66" creationId="{AE1CA827-5FF4-EC18-560D-7138905D957E}"/>
          </ac:spMkLst>
        </pc:spChg>
        <pc:spChg chg="add mod">
          <ac:chgData name="Brian Dyer" userId="f4d252ae-ea01-4f62-a905-b25723068793" providerId="ADAL" clId="{0BFA18A6-AFB5-4F45-8743-B6B27D0BDAD2}" dt="2024-06-21T18:42:55.675" v="336" actId="6549"/>
          <ac:spMkLst>
            <pc:docMk/>
            <pc:sldMk cId="0" sldId="312"/>
            <ac:spMk id="75" creationId="{929D8972-B388-EAE4-E06A-035AE1312F67}"/>
          </ac:spMkLst>
        </pc:spChg>
        <pc:spChg chg="add mod">
          <ac:chgData name="Brian Dyer" userId="f4d252ae-ea01-4f62-a905-b25723068793" providerId="ADAL" clId="{0BFA18A6-AFB5-4F45-8743-B6B27D0BDAD2}" dt="2024-06-21T18:43:14.196" v="340" actId="6549"/>
          <ac:spMkLst>
            <pc:docMk/>
            <pc:sldMk cId="0" sldId="312"/>
            <ac:spMk id="76" creationId="{A4C2FC7E-CF82-CC8A-8149-F4E0FFBB317F}"/>
          </ac:spMkLst>
        </pc:spChg>
        <pc:spChg chg="add mod">
          <ac:chgData name="Brian Dyer" userId="f4d252ae-ea01-4f62-a905-b25723068793" providerId="ADAL" clId="{0BFA18A6-AFB5-4F45-8743-B6B27D0BDAD2}" dt="2024-06-21T18:43:29.569" v="344" actId="20577"/>
          <ac:spMkLst>
            <pc:docMk/>
            <pc:sldMk cId="0" sldId="312"/>
            <ac:spMk id="77" creationId="{E6A9238F-8536-5291-4A09-8B5A0AFCFC56}"/>
          </ac:spMkLst>
        </pc:sp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67" creationId="{30466100-91AF-6179-1454-E5874B6E4C3F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68" creationId="{2EDA4F7C-0AE2-FA3E-E75F-89988AFFA2CB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69" creationId="{5F88C644-3114-A8F3-0C20-5E5F94C82CD4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0" creationId="{0AD9EDAE-39B5-BAC7-3995-FF41AFB578E0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1" creationId="{2740D86A-7530-CEE2-0C97-9B754389017D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2" creationId="{7DE99CC2-EC7A-8D80-B7F8-5395C3696092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3" creationId="{2F40AD88-DE62-CB13-BCDF-CCBED7E65C47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4" creationId="{C2AE89CF-0D66-C5A5-E3A5-419F27D7A60A}"/>
          </ac:cxnSpMkLst>
        </pc:cxnChg>
      </pc:sldChg>
    </pc:docChg>
  </pc:docChgLst>
  <pc:docChgLst>
    <pc:chgData name="Brian Dyer" userId="f4d252ae-ea01-4f62-a905-b25723068793" providerId="ADAL" clId="{3ACE72C0-39DE-4001-B359-FE405A7C5CCE}"/>
    <pc:docChg chg="undo redo custSel modSld">
      <pc:chgData name="Brian Dyer" userId="f4d252ae-ea01-4f62-a905-b25723068793" providerId="ADAL" clId="{3ACE72C0-39DE-4001-B359-FE405A7C5CCE}" dt="2024-07-02T18:59:26.175" v="931" actId="20577"/>
      <pc:docMkLst>
        <pc:docMk/>
      </pc:docMkLst>
      <pc:sldChg chg="modSp mod">
        <pc:chgData name="Brian Dyer" userId="f4d252ae-ea01-4f62-a905-b25723068793" providerId="ADAL" clId="{3ACE72C0-39DE-4001-B359-FE405A7C5CCE}" dt="2024-07-02T18:58:22.676" v="925" actId="20577"/>
        <pc:sldMkLst>
          <pc:docMk/>
          <pc:sldMk cId="0" sldId="312"/>
        </pc:sldMkLst>
        <pc:spChg chg="mod">
          <ac:chgData name="Brian Dyer" userId="f4d252ae-ea01-4f62-a905-b25723068793" providerId="ADAL" clId="{3ACE72C0-39DE-4001-B359-FE405A7C5CCE}" dt="2024-07-02T18:58:15.931" v="919" actId="6549"/>
          <ac:spMkLst>
            <pc:docMk/>
            <pc:sldMk cId="0" sldId="312"/>
            <ac:spMk id="4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8:22.676" v="925" actId="20577"/>
          <ac:spMkLst>
            <pc:docMk/>
            <pc:sldMk cId="0" sldId="312"/>
            <ac:spMk id="66" creationId="{AE1CA827-5FF4-EC18-560D-7138905D957E}"/>
          </ac:spMkLst>
        </pc:spChg>
      </pc:sldChg>
      <pc:sldChg chg="modSp mod">
        <pc:chgData name="Brian Dyer" userId="f4d252ae-ea01-4f62-a905-b25723068793" providerId="ADAL" clId="{3ACE72C0-39DE-4001-B359-FE405A7C5CCE}" dt="2024-07-02T18:59:26.175" v="931" actId="20577"/>
        <pc:sldMkLst>
          <pc:docMk/>
          <pc:sldMk cId="0" sldId="313"/>
        </pc:sldMkLst>
        <pc:spChg chg="mod">
          <ac:chgData name="Brian Dyer" userId="f4d252ae-ea01-4f62-a905-b25723068793" providerId="ADAL" clId="{3ACE72C0-39DE-4001-B359-FE405A7C5CCE}" dt="2024-06-27T17:08:30.162" v="50" actId="20577"/>
          <ac:spMkLst>
            <pc:docMk/>
            <pc:sldMk cId="0" sldId="313"/>
            <ac:spMk id="15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29.429" v="9" actId="20577"/>
          <ac:spMkLst>
            <pc:docMk/>
            <pc:sldMk cId="0" sldId="313"/>
            <ac:spMk id="2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35.078" v="13" actId="20577"/>
          <ac:spMkLst>
            <pc:docMk/>
            <pc:sldMk cId="0" sldId="313"/>
            <ac:spMk id="21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43.676" v="19" actId="20577"/>
          <ac:spMkLst>
            <pc:docMk/>
            <pc:sldMk cId="0" sldId="313"/>
            <ac:spMk id="22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48.589" v="23" actId="20577"/>
          <ac:spMkLst>
            <pc:docMk/>
            <pc:sldMk cId="0" sldId="313"/>
            <ac:spMk id="23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27:04.050" v="803" actId="20577"/>
          <ac:spMkLst>
            <pc:docMk/>
            <pc:sldMk cId="0" sldId="313"/>
            <ac:spMk id="28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4:34.582" v="29" actId="20577"/>
          <ac:spMkLst>
            <pc:docMk/>
            <pc:sldMk cId="0" sldId="313"/>
            <ac:spMk id="3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2:55.091" v="810" actId="20577"/>
          <ac:spMkLst>
            <pc:docMk/>
            <pc:sldMk cId="0" sldId="313"/>
            <ac:spMk id="6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5:41.072" v="816" actId="20577"/>
          <ac:spMkLst>
            <pc:docMk/>
            <pc:sldMk cId="0" sldId="313"/>
            <ac:spMk id="68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5:59.419" v="820" actId="20577"/>
          <ac:spMkLst>
            <pc:docMk/>
            <pc:sldMk cId="0" sldId="313"/>
            <ac:spMk id="69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41:19.075" v="844" actId="20577"/>
          <ac:spMkLst>
            <pc:docMk/>
            <pc:sldMk cId="0" sldId="313"/>
            <ac:spMk id="7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2:25.227" v="903" actId="1035"/>
          <ac:spMkLst>
            <pc:docMk/>
            <pc:sldMk cId="0" sldId="313"/>
            <ac:spMk id="79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43:26.952" v="885" actId="20577"/>
          <ac:spMkLst>
            <pc:docMk/>
            <pc:sldMk cId="0" sldId="313"/>
            <ac:spMk id="8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21:49:50.324" v="793" actId="113"/>
          <ac:spMkLst>
            <pc:docMk/>
            <pc:sldMk cId="0" sldId="313"/>
            <ac:spMk id="81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8:15:50.266" v="79" actId="20577"/>
          <ac:spMkLst>
            <pc:docMk/>
            <pc:sldMk cId="0" sldId="313"/>
            <ac:spMk id="86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2:09.041" v="806" actId="113"/>
          <ac:spMkLst>
            <pc:docMk/>
            <pc:sldMk cId="0" sldId="313"/>
            <ac:spMk id="8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3:43.755" v="812" actId="6549"/>
          <ac:spMkLst>
            <pc:docMk/>
            <pc:sldMk cId="0" sldId="313"/>
            <ac:spMk id="88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5:21.082" v="814" actId="6549"/>
          <ac:spMkLst>
            <pc:docMk/>
            <pc:sldMk cId="0" sldId="313"/>
            <ac:spMk id="89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8:31.729" v="834" actId="20577"/>
          <ac:spMkLst>
            <pc:docMk/>
            <pc:sldMk cId="0" sldId="313"/>
            <ac:spMk id="9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41:02.124" v="842" actId="20577"/>
          <ac:spMkLst>
            <pc:docMk/>
            <pc:sldMk cId="0" sldId="313"/>
            <ac:spMk id="102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42:04.627" v="848" actId="20577"/>
          <ac:spMkLst>
            <pc:docMk/>
            <pc:sldMk cId="0" sldId="313"/>
            <ac:spMk id="10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8:26.261" v="927" actId="20577"/>
          <ac:spMkLst>
            <pc:docMk/>
            <pc:sldMk cId="0" sldId="313"/>
            <ac:spMk id="105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21:24:58.975" v="788" actId="113"/>
          <ac:spMkLst>
            <pc:docMk/>
            <pc:sldMk cId="0" sldId="313"/>
            <ac:spMk id="106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6:24:57.859" v="797" actId="113"/>
          <ac:spMkLst>
            <pc:docMk/>
            <pc:sldMk cId="0" sldId="313"/>
            <ac:spMk id="119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6:25:13.242" v="801" actId="113"/>
          <ac:spMkLst>
            <pc:docMk/>
            <pc:sldMk cId="0" sldId="313"/>
            <ac:spMk id="12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9:14.720" v="930" actId="20577"/>
          <ac:spMkLst>
            <pc:docMk/>
            <pc:sldMk cId="0" sldId="313"/>
            <ac:spMk id="122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9:26.175" v="931" actId="20577"/>
          <ac:spMkLst>
            <pc:docMk/>
            <pc:sldMk cId="0" sldId="313"/>
            <ac:spMk id="12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25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26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28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3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32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6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6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7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22.285" v="5" actId="20577"/>
          <ac:spMkLst>
            <pc:docMk/>
            <pc:sldMk cId="0" sldId="313"/>
            <ac:spMk id="193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9:32.234" v="840" actId="20577"/>
          <ac:spMkLst>
            <pc:docMk/>
            <pc:sldMk cId="0" sldId="313"/>
            <ac:spMk id="19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4:50.656" v="908" actId="20577"/>
          <ac:spMkLst>
            <pc:docMk/>
            <pc:sldMk cId="0" sldId="313"/>
            <ac:spMk id="195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96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97" creationId="{00000000-0000-0000-0000-000000000000}"/>
          </ac:spMkLst>
        </pc:sp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82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21:23:58.796" v="771" actId="1076"/>
          <ac:cxnSpMkLst>
            <pc:docMk/>
            <pc:sldMk cId="0" sldId="313"/>
            <ac:cxnSpMk id="91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2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3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5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7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9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00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01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18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29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37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40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48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65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66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68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69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71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72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288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21:23:58.796" v="771" actId="1076"/>
          <ac:cxnSpMkLst>
            <pc:docMk/>
            <pc:sldMk cId="0" sldId="313"/>
            <ac:cxnSpMk id="290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292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294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OF FEB 22 2024:</a:t>
            </a:r>
          </a:p>
          <a:p>
            <a:r>
              <a:rPr lang="en-US" dirty="0"/>
              <a:t>Total under pregnancy surveillance: 18,601 women</a:t>
            </a:r>
          </a:p>
          <a:p>
            <a:r>
              <a:rPr lang="en-US" dirty="0"/>
              <a:t>Total pregnancies detected: 2951</a:t>
            </a:r>
          </a:p>
          <a:p>
            <a:r>
              <a:rPr lang="en-US" dirty="0"/>
              <a:t>Total pregnant women enrolled: 2389</a:t>
            </a:r>
          </a:p>
          <a:p>
            <a:r>
              <a:rPr lang="en-US" dirty="0"/>
              <a:t>Total live births to date: 943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15E3-3529-43C2-B2A5-89296F7A103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BE1B0-A9AF-41A9-89BB-5A40073781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1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6484"/>
            <a:ext cx="9144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79652"/>
            <a:ext cx="105156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6119285"/>
            <a:ext cx="105156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86834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41551"/>
            <a:ext cx="5183188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834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96836" y="1274040"/>
            <a:ext cx="599147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2810" y="1663274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3991 women </a:t>
            </a:r>
            <a:r>
              <a:rPr lang="en-US" sz="1200" dirty="0"/>
              <a:t>eligible for pregnancy surveillance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2810" y="2040507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629 pregnancies </a:t>
            </a:r>
            <a:r>
              <a:rPr lang="en-US" sz="1200" dirty="0"/>
              <a:t>detected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420" y="337368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78</a:t>
            </a:r>
            <a:r>
              <a:rPr lang="en-US" sz="1200" dirty="0"/>
              <a:t> pregnant women enrolled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9810" y="337326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78</a:t>
            </a:r>
            <a:r>
              <a:rPr lang="en-US" sz="1200" dirty="0"/>
              <a:t> pregnant women enrolled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1252" y="337340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78</a:t>
            </a:r>
            <a:r>
              <a:rPr lang="en-US" sz="1200" dirty="0"/>
              <a:t> pregnant women enrolled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4763" y="336662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79</a:t>
            </a:r>
            <a:r>
              <a:rPr lang="en-US" sz="1200" dirty="0"/>
              <a:t> pregnant women enrolled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104" y="519859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</a:t>
            </a:r>
            <a:r>
              <a:rPr lang="en-US" sz="1200" dirty="0"/>
              <a:t> started supplementation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27154" y="2051618"/>
            <a:ext cx="3062766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246 </a:t>
            </a:r>
            <a:r>
              <a:rPr lang="en-US" sz="1200" dirty="0"/>
              <a:t>ineligible gestational age (&gt;=17 weeks)</a:t>
            </a:r>
            <a:endParaRPr lang="en-US" sz="1200" b="1" dirty="0"/>
          </a:p>
          <a:p>
            <a:r>
              <a:rPr lang="en-US" sz="1200" b="1" dirty="0"/>
              <a:t>9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32 </a:t>
            </a:r>
            <a:r>
              <a:rPr lang="en-US" sz="1200" dirty="0"/>
              <a:t>MR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Consent</a:t>
            </a:r>
          </a:p>
          <a:p>
            <a:r>
              <a:rPr lang="en-US" sz="1200" b="1" dirty="0"/>
              <a:t>28</a:t>
            </a:r>
            <a:r>
              <a:rPr lang="en-US" sz="1200" dirty="0"/>
              <a:t> Enrolment pending</a:t>
            </a:r>
            <a:endParaRPr lang="en-US" sz="1200" b="1" dirty="0"/>
          </a:p>
        </p:txBody>
      </p:sp>
      <p:sp>
        <p:nvSpPr>
          <p:cNvPr id="87" name="TextBox 86"/>
          <p:cNvSpPr txBox="1"/>
          <p:nvPr/>
        </p:nvSpPr>
        <p:spPr>
          <a:xfrm>
            <a:off x="1428582" y="3726510"/>
            <a:ext cx="2248669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4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4</a:t>
            </a:r>
            <a:r>
              <a:rPr lang="en-US" sz="1050" dirty="0"/>
              <a:t> Discontinued due to 16wk GA (ultrasound)</a:t>
            </a:r>
          </a:p>
          <a:p>
            <a:r>
              <a:rPr lang="en-US" sz="1050" b="1" dirty="0"/>
              <a:t>1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4</a:t>
            </a:r>
            <a:r>
              <a:rPr lang="en-US" sz="1050" dirty="0"/>
              <a:t> Supplementation visit pending</a:t>
            </a:r>
          </a:p>
          <a:p>
            <a:r>
              <a:rPr lang="en-US" sz="1050" b="1" dirty="0"/>
              <a:t>3</a:t>
            </a:r>
            <a:r>
              <a:rPr lang="en-US" sz="1050" dirty="0"/>
              <a:t> Refused Ultrasound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93926" y="3720032"/>
            <a:ext cx="2261372" cy="122341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3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1</a:t>
            </a:r>
            <a:r>
              <a:rPr lang="en-US" sz="1050" dirty="0"/>
              <a:t> Discontinued due to 16wk GA (ultrasound)</a:t>
            </a:r>
          </a:p>
          <a:p>
            <a:r>
              <a:rPr lang="en-US" sz="1050" b="1" dirty="0"/>
              <a:t>5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5</a:t>
            </a:r>
            <a:r>
              <a:rPr lang="en-US" sz="1050" dirty="0"/>
              <a:t> Supplementation visit pending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Refusing Supplementation/not met  </a:t>
            </a:r>
          </a:p>
          <a:p>
            <a:r>
              <a:rPr lang="en-US" sz="1050" b="1" dirty="0"/>
              <a:t>2</a:t>
            </a:r>
            <a:r>
              <a:rPr lang="en-US" sz="1050" dirty="0"/>
              <a:t> Refused Ultrasound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58266" y="3716423"/>
            <a:ext cx="2384673" cy="122341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6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Discontinued due to 16wk GA (ultrasound)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Discontinued (PX)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Supplementation visit pending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Refusing supplementation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2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Refused Ultrasound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009902" y="3716226"/>
            <a:ext cx="2379356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Discontinued due to 16wk GA (ultrasound)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Discontinued (PX)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6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Supplementation visit pending</a:t>
            </a:r>
          </a:p>
        </p:txBody>
      </p:sp>
      <p:cxnSp>
        <p:nvCxnSpPr>
          <p:cNvPr id="101" name="Straight Arrow Connector 100"/>
          <p:cNvCxnSpPr>
            <a:stCxn id="20" idx="2"/>
            <a:endCxn id="28" idx="0"/>
          </p:cNvCxnSpPr>
          <p:nvPr/>
        </p:nvCxnSpPr>
        <p:spPr>
          <a:xfrm flipH="1">
            <a:off x="1228438" y="3650684"/>
            <a:ext cx="5316" cy="154790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21" idx="2"/>
            <a:endCxn id="67" idx="0"/>
          </p:cNvCxnSpPr>
          <p:nvPr/>
        </p:nvCxnSpPr>
        <p:spPr>
          <a:xfrm flipH="1">
            <a:off x="4098828" y="3650263"/>
            <a:ext cx="5317" cy="153925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stCxn id="22" idx="2"/>
            <a:endCxn id="68" idx="0"/>
          </p:cNvCxnSpPr>
          <p:nvPr/>
        </p:nvCxnSpPr>
        <p:spPr>
          <a:xfrm flipH="1">
            <a:off x="6950271" y="3650402"/>
            <a:ext cx="5316" cy="153550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23" idx="2"/>
            <a:endCxn id="69" idx="0"/>
          </p:cNvCxnSpPr>
          <p:nvPr/>
        </p:nvCxnSpPr>
        <p:spPr>
          <a:xfrm flipH="1">
            <a:off x="9813781" y="3643625"/>
            <a:ext cx="5316" cy="15506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>
            <a:off x="1225830" y="4093899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4105261" y="4090643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6962145" y="4093616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9813782" y="4086840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938948" y="2525830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313 </a:t>
            </a:r>
            <a:r>
              <a:rPr lang="en-US" sz="1200" dirty="0">
                <a:solidFill>
                  <a:schemeClr val="tx1"/>
                </a:solidFill>
              </a:rPr>
              <a:t>pregnant women consented and randomized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-88167" y="312660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W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2671362" y="3102087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X</a:t>
            </a:r>
            <a:endParaRPr 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5878148" y="3119139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Y</a:t>
            </a:r>
            <a:endParaRPr lang="en-US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8446358" y="311678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Z</a:t>
            </a:r>
            <a:endParaRPr lang="en-US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2974493" y="518951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61</a:t>
            </a:r>
            <a:r>
              <a:rPr lang="en-US" sz="1200" dirty="0"/>
              <a:t> started supplementation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25936" y="518590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64</a:t>
            </a:r>
            <a:r>
              <a:rPr lang="en-US" sz="1200" dirty="0"/>
              <a:t> started supplementation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9447" y="519430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</a:t>
            </a:r>
            <a:r>
              <a:rPr lang="en-US" sz="1200" dirty="0"/>
              <a:t> started supplementation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15112" y="5692025"/>
            <a:ext cx="2276767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28</a:t>
            </a:r>
            <a:r>
              <a:rPr lang="en-US" sz="1200" dirty="0"/>
              <a:t> Under follow-up</a:t>
            </a:r>
          </a:p>
          <a:p>
            <a:r>
              <a:rPr lang="en-US" sz="1200" b="1" dirty="0"/>
              <a:t>5</a:t>
            </a:r>
            <a:r>
              <a:rPr lang="en-US" sz="1200" dirty="0"/>
              <a:t> live birth </a:t>
            </a:r>
          </a:p>
          <a:p>
            <a:r>
              <a:rPr lang="en-US" sz="1200" b="1" dirty="0"/>
              <a:t>1</a:t>
            </a:r>
            <a:r>
              <a:rPr lang="en-US" sz="1200" dirty="0"/>
              <a:t> Not met (up to 35 weeks GA)</a:t>
            </a:r>
          </a:p>
          <a:p>
            <a:r>
              <a:rPr lang="en-US" sz="1200" b="1" dirty="0"/>
              <a:t>1</a:t>
            </a:r>
            <a:r>
              <a:rPr lang="en-US" sz="1200" dirty="0"/>
              <a:t>Refused MPF form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94845" y="5677937"/>
            <a:ext cx="2537882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25</a:t>
            </a:r>
            <a:r>
              <a:rPr lang="en-US" sz="1200" dirty="0"/>
              <a:t> Under follow-up</a:t>
            </a:r>
          </a:p>
          <a:p>
            <a:r>
              <a:rPr lang="en-US" sz="1200" b="1" dirty="0"/>
              <a:t>4</a:t>
            </a:r>
            <a:r>
              <a:rPr lang="en-US" sz="1200" dirty="0"/>
              <a:t> live birth</a:t>
            </a:r>
          </a:p>
          <a:p>
            <a:r>
              <a:rPr lang="en-US" sz="1200" b="1" dirty="0"/>
              <a:t>1</a:t>
            </a:r>
            <a:r>
              <a:rPr lang="en-US" sz="1200" dirty="0"/>
              <a:t> miscarriage</a:t>
            </a:r>
          </a:p>
          <a:p>
            <a:r>
              <a:rPr lang="en-US" sz="1200" b="1" dirty="0"/>
              <a:t>2</a:t>
            </a:r>
            <a:r>
              <a:rPr lang="en-US" sz="1200" dirty="0"/>
              <a:t> Not met (up to 35 weeks GA)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58265" y="5674525"/>
            <a:ext cx="2330080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25</a:t>
            </a:r>
            <a:r>
              <a:rPr lang="en-US" sz="1200" dirty="0"/>
              <a:t> Under follow-up</a:t>
            </a:r>
          </a:p>
          <a:p>
            <a:r>
              <a:rPr lang="en-US" sz="1200" b="1" dirty="0"/>
              <a:t>3</a:t>
            </a:r>
            <a:r>
              <a:rPr lang="en-US" sz="1200" dirty="0"/>
              <a:t> live birth</a:t>
            </a:r>
          </a:p>
          <a:p>
            <a:r>
              <a:rPr lang="en-US" sz="1200" b="1" dirty="0"/>
              <a:t>1</a:t>
            </a:r>
            <a:r>
              <a:rPr lang="en-US" sz="1200" dirty="0"/>
              <a:t> Not met (up to 35 weeks GA)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03167" y="5545107"/>
            <a:ext cx="2563098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25</a:t>
            </a:r>
            <a:r>
              <a:rPr lang="en-US" sz="1200" dirty="0"/>
              <a:t> Under follow-up</a:t>
            </a:r>
          </a:p>
          <a:p>
            <a:r>
              <a:rPr lang="en-US" sz="1200" b="1" dirty="0"/>
              <a:t>6</a:t>
            </a:r>
            <a:r>
              <a:rPr lang="en-US" sz="1200" dirty="0"/>
              <a:t> live birth</a:t>
            </a:r>
          </a:p>
          <a:p>
            <a:r>
              <a:rPr lang="en-US" sz="1200" b="1" dirty="0"/>
              <a:t>1</a:t>
            </a:r>
            <a:r>
              <a:rPr lang="en-US" sz="1200" dirty="0"/>
              <a:t> still birth</a:t>
            </a:r>
          </a:p>
          <a:p>
            <a:r>
              <a:rPr lang="en-US" sz="1200" b="1" dirty="0"/>
              <a:t>2</a:t>
            </a:r>
            <a:r>
              <a:rPr lang="en-US" sz="1200" dirty="0"/>
              <a:t> Not met (up to 35 weeks GA)</a:t>
            </a:r>
          </a:p>
        </p:txBody>
      </p:sp>
      <p:cxnSp>
        <p:nvCxnSpPr>
          <p:cNvPr id="82" name="Straight Arrow Connector 81"/>
          <p:cNvCxnSpPr>
            <a:stCxn id="28" idx="2"/>
            <a:endCxn id="102" idx="0"/>
          </p:cNvCxnSpPr>
          <p:nvPr/>
        </p:nvCxnSpPr>
        <p:spPr>
          <a:xfrm flipH="1">
            <a:off x="1221704" y="5475592"/>
            <a:ext cx="6735" cy="114312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67" idx="2"/>
            <a:endCxn id="104" idx="0"/>
          </p:cNvCxnSpPr>
          <p:nvPr/>
        </p:nvCxnSpPr>
        <p:spPr>
          <a:xfrm flipH="1">
            <a:off x="4092093" y="5466513"/>
            <a:ext cx="6735" cy="117841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68" idx="2"/>
            <a:endCxn id="105" idx="0"/>
          </p:cNvCxnSpPr>
          <p:nvPr/>
        </p:nvCxnSpPr>
        <p:spPr>
          <a:xfrm flipH="1">
            <a:off x="6943729" y="5462905"/>
            <a:ext cx="6542" cy="118752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69" idx="2"/>
            <a:endCxn id="106" idx="0"/>
          </p:cNvCxnSpPr>
          <p:nvPr/>
        </p:nvCxnSpPr>
        <p:spPr>
          <a:xfrm flipH="1">
            <a:off x="9804438" y="5471303"/>
            <a:ext cx="9344" cy="115172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1219095" y="591090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4098526" y="5907651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6955410" y="5910624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9807047" y="5903848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97369" y="661871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27</a:t>
            </a:r>
            <a:r>
              <a:rPr lang="en-US" sz="1200" dirty="0"/>
              <a:t> mid-pregnancy visits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67758" y="664493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29 </a:t>
            </a:r>
            <a:r>
              <a:rPr lang="en-US" sz="1200" dirty="0"/>
              <a:t>mid-pregnancy visits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19394" y="665043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35 </a:t>
            </a:r>
            <a:r>
              <a:rPr lang="en-US" sz="1200" dirty="0"/>
              <a:t>mid-pregnancy visits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0103" y="662302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32</a:t>
            </a:r>
            <a:r>
              <a:rPr lang="en-US" sz="1200" dirty="0"/>
              <a:t> mid-pregnancy visits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4104" y="809918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12</a:t>
            </a:r>
            <a:r>
              <a:rPr lang="en-US" sz="1200" dirty="0"/>
              <a:t> late pregnancy visits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974493" y="809011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17</a:t>
            </a:r>
            <a:r>
              <a:rPr lang="en-US" sz="1200" dirty="0"/>
              <a:t> late pregnancy visits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837811" y="808650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15 </a:t>
            </a:r>
            <a:r>
              <a:rPr lang="en-US" sz="1200" dirty="0"/>
              <a:t>late pregnancy visits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89447" y="809490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16</a:t>
            </a:r>
            <a:r>
              <a:rPr lang="en-US" sz="1200" dirty="0"/>
              <a:t> late pregnancy visits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4104" y="883326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</a:t>
            </a:r>
            <a:r>
              <a:rPr lang="en-US" sz="1200" dirty="0"/>
              <a:t> live born infants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983837" y="883277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9</a:t>
            </a:r>
            <a:r>
              <a:rPr lang="en-US" sz="1200" dirty="0"/>
              <a:t> live born infants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837810" y="882916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11</a:t>
            </a:r>
            <a:r>
              <a:rPr lang="en-US" sz="1200" dirty="0"/>
              <a:t> live born infants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89447" y="882897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</a:t>
            </a:r>
            <a:r>
              <a:rPr lang="en-US" sz="1200" dirty="0"/>
              <a:t> live born infants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424455" y="8438145"/>
            <a:ext cx="1453896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4 </a:t>
            </a:r>
            <a:r>
              <a:rPr lang="en-US" sz="1050" dirty="0"/>
              <a:t>Pending outcome</a:t>
            </a:r>
          </a:p>
        </p:txBody>
      </p:sp>
      <p:cxnSp>
        <p:nvCxnSpPr>
          <p:cNvPr id="140" name="Straight Arrow Connector 139"/>
          <p:cNvCxnSpPr>
            <a:stCxn id="119" idx="2"/>
            <a:endCxn id="125" idx="0"/>
          </p:cNvCxnSpPr>
          <p:nvPr/>
        </p:nvCxnSpPr>
        <p:spPr>
          <a:xfrm>
            <a:off x="1228438" y="8376188"/>
            <a:ext cx="0" cy="4570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endCxn id="132" idx="1"/>
          </p:cNvCxnSpPr>
          <p:nvPr/>
        </p:nvCxnSpPr>
        <p:spPr>
          <a:xfrm flipV="1">
            <a:off x="1227321" y="8565103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4296810" y="8429252"/>
            <a:ext cx="1453896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8</a:t>
            </a:r>
            <a:r>
              <a:rPr lang="en-US" sz="1050" dirty="0"/>
              <a:t> Pending outcome</a:t>
            </a:r>
          </a:p>
        </p:txBody>
      </p:sp>
      <p:cxnSp>
        <p:nvCxnSpPr>
          <p:cNvPr id="165" name="Straight Arrow Connector 164"/>
          <p:cNvCxnSpPr>
            <a:stCxn id="120" idx="2"/>
            <a:endCxn id="126" idx="0"/>
          </p:cNvCxnSpPr>
          <p:nvPr/>
        </p:nvCxnSpPr>
        <p:spPr>
          <a:xfrm>
            <a:off x="4098827" y="8367108"/>
            <a:ext cx="9344" cy="46566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endCxn id="164" idx="1"/>
          </p:cNvCxnSpPr>
          <p:nvPr/>
        </p:nvCxnSpPr>
        <p:spPr>
          <a:xfrm flipV="1">
            <a:off x="4099676" y="8556210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7154075" y="8434053"/>
            <a:ext cx="1453896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4</a:t>
            </a:r>
            <a:r>
              <a:rPr lang="en-US" sz="1050" dirty="0"/>
              <a:t> Pending outcome</a:t>
            </a:r>
          </a:p>
        </p:txBody>
      </p:sp>
      <p:cxnSp>
        <p:nvCxnSpPr>
          <p:cNvPr id="168" name="Straight Arrow Connector 167"/>
          <p:cNvCxnSpPr>
            <a:stCxn id="122" idx="2"/>
          </p:cNvCxnSpPr>
          <p:nvPr/>
        </p:nvCxnSpPr>
        <p:spPr>
          <a:xfrm flipH="1">
            <a:off x="6958059" y="8363500"/>
            <a:ext cx="4087" cy="4656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>
            <a:endCxn id="167" idx="1"/>
          </p:cNvCxnSpPr>
          <p:nvPr/>
        </p:nvCxnSpPr>
        <p:spPr>
          <a:xfrm flipV="1">
            <a:off x="6956941" y="8561011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10007368" y="8433857"/>
            <a:ext cx="1560064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 </a:t>
            </a:r>
            <a:r>
              <a:rPr lang="en-US" sz="1050" b="1" dirty="0"/>
              <a:t>10</a:t>
            </a:r>
            <a:r>
              <a:rPr lang="en-US" sz="1050" dirty="0"/>
              <a:t> Pending outcome</a:t>
            </a:r>
          </a:p>
        </p:txBody>
      </p:sp>
      <p:cxnSp>
        <p:nvCxnSpPr>
          <p:cNvPr id="171" name="Straight Arrow Connector 170"/>
          <p:cNvCxnSpPr>
            <a:stCxn id="124" idx="2"/>
          </p:cNvCxnSpPr>
          <p:nvPr/>
        </p:nvCxnSpPr>
        <p:spPr>
          <a:xfrm flipH="1">
            <a:off x="9811351" y="8371898"/>
            <a:ext cx="2430" cy="45707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>
            <a:cxnSpLocks/>
            <a:endCxn id="170" idx="1"/>
          </p:cNvCxnSpPr>
          <p:nvPr/>
        </p:nvCxnSpPr>
        <p:spPr>
          <a:xfrm flipV="1">
            <a:off x="9810234" y="8560815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>
            <a:cxnSpLocks/>
            <a:stCxn id="4" idx="2"/>
            <a:endCxn id="11" idx="0"/>
          </p:cNvCxnSpPr>
          <p:nvPr/>
        </p:nvCxnSpPr>
        <p:spPr>
          <a:xfrm>
            <a:off x="5592575" y="1551039"/>
            <a:ext cx="0" cy="11223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11" idx="2"/>
            <a:endCxn id="15" idx="0"/>
          </p:cNvCxnSpPr>
          <p:nvPr/>
        </p:nvCxnSpPr>
        <p:spPr>
          <a:xfrm>
            <a:off x="5592575" y="1940272"/>
            <a:ext cx="0" cy="10023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>
            <a:stCxn id="15" idx="2"/>
            <a:endCxn id="37" idx="0"/>
          </p:cNvCxnSpPr>
          <p:nvPr/>
        </p:nvCxnSpPr>
        <p:spPr>
          <a:xfrm>
            <a:off x="5592575" y="2317505"/>
            <a:ext cx="0" cy="2083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37" idx="3"/>
          </p:cNvCxnSpPr>
          <p:nvPr/>
        </p:nvCxnSpPr>
        <p:spPr>
          <a:xfrm flipH="1">
            <a:off x="1946102" y="2940261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flipH="1">
            <a:off x="4777847" y="2998686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>
            <a:off x="6005169" y="3000217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37" idx="5"/>
          </p:cNvCxnSpPr>
          <p:nvPr/>
        </p:nvCxnSpPr>
        <p:spPr>
          <a:xfrm>
            <a:off x="6761866" y="2940261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11451920" y="3106560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193" name="TextBox 192"/>
          <p:cNvSpPr txBox="1"/>
          <p:nvPr/>
        </p:nvSpPr>
        <p:spPr>
          <a:xfrm>
            <a:off x="11651886" y="3353481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313</a:t>
            </a:r>
            <a:endParaRPr lang="en-US" sz="1200" dirty="0"/>
          </a:p>
        </p:txBody>
      </p:sp>
      <p:sp>
        <p:nvSpPr>
          <p:cNvPr id="194" name="TextBox 193"/>
          <p:cNvSpPr txBox="1"/>
          <p:nvPr/>
        </p:nvSpPr>
        <p:spPr>
          <a:xfrm>
            <a:off x="11663765" y="5188263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253</a:t>
            </a:r>
            <a:endParaRPr lang="en-US" sz="1200" dirty="0"/>
          </a:p>
        </p:txBody>
      </p:sp>
      <p:sp>
        <p:nvSpPr>
          <p:cNvPr id="195" name="TextBox 194"/>
          <p:cNvSpPr txBox="1"/>
          <p:nvPr/>
        </p:nvSpPr>
        <p:spPr>
          <a:xfrm>
            <a:off x="11663765" y="6634662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123</a:t>
            </a:r>
            <a:endParaRPr lang="en-US" sz="1200" dirty="0"/>
          </a:p>
        </p:txBody>
      </p:sp>
      <p:sp>
        <p:nvSpPr>
          <p:cNvPr id="196" name="TextBox 195"/>
          <p:cNvSpPr txBox="1"/>
          <p:nvPr/>
        </p:nvSpPr>
        <p:spPr>
          <a:xfrm>
            <a:off x="11673109" y="807060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60</a:t>
            </a:r>
            <a:endParaRPr lang="en-US" sz="1200" dirty="0"/>
          </a:p>
        </p:txBody>
      </p:sp>
      <p:sp>
        <p:nvSpPr>
          <p:cNvPr id="197" name="TextBox 196"/>
          <p:cNvSpPr txBox="1"/>
          <p:nvPr/>
        </p:nvSpPr>
        <p:spPr>
          <a:xfrm>
            <a:off x="11673109" y="8813425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34</a:t>
            </a:r>
            <a:endParaRPr lang="en-US" sz="1200" dirty="0"/>
          </a:p>
        </p:txBody>
      </p:sp>
      <p:cxnSp>
        <p:nvCxnSpPr>
          <p:cNvPr id="284" name="Straight Arrow Connector 283"/>
          <p:cNvCxnSpPr/>
          <p:nvPr/>
        </p:nvCxnSpPr>
        <p:spPr>
          <a:xfrm>
            <a:off x="5592576" y="2419790"/>
            <a:ext cx="2134579" cy="548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/>
          <p:cNvCxnSpPr>
            <a:stCxn id="102" idx="2"/>
            <a:endCxn id="119" idx="0"/>
          </p:cNvCxnSpPr>
          <p:nvPr/>
        </p:nvCxnSpPr>
        <p:spPr>
          <a:xfrm>
            <a:off x="1221704" y="6895718"/>
            <a:ext cx="6735" cy="120347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/>
          <p:cNvCxnSpPr>
            <a:stCxn id="104" idx="2"/>
            <a:endCxn id="120" idx="0"/>
          </p:cNvCxnSpPr>
          <p:nvPr/>
        </p:nvCxnSpPr>
        <p:spPr>
          <a:xfrm>
            <a:off x="4092093" y="6921930"/>
            <a:ext cx="6735" cy="116818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/>
          <p:cNvCxnSpPr>
            <a:stCxn id="105" idx="2"/>
            <a:endCxn id="122" idx="0"/>
          </p:cNvCxnSpPr>
          <p:nvPr/>
        </p:nvCxnSpPr>
        <p:spPr>
          <a:xfrm>
            <a:off x="6943729" y="6927432"/>
            <a:ext cx="18417" cy="115907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/>
          <p:cNvCxnSpPr>
            <a:stCxn id="106" idx="2"/>
            <a:endCxn id="124" idx="0"/>
          </p:cNvCxnSpPr>
          <p:nvPr/>
        </p:nvCxnSpPr>
        <p:spPr>
          <a:xfrm>
            <a:off x="9804438" y="6900028"/>
            <a:ext cx="9344" cy="119487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tle 1"/>
          <p:cNvSpPr txBox="1"/>
          <p:nvPr/>
        </p:nvSpPr>
        <p:spPr bwMode="auto">
          <a:xfrm>
            <a:off x="408375" y="1511783"/>
            <a:ext cx="1733685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PW Trial Consort</a:t>
            </a:r>
            <a:endParaRPr lang="en-US" sz="3200" kern="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6B7BF97-FD29-4B8E-84DF-E115D1549723}"/>
              </a:ext>
            </a:extLst>
          </p:cNvPr>
          <p:cNvSpPr txBox="1"/>
          <p:nvPr/>
        </p:nvSpPr>
        <p:spPr>
          <a:xfrm>
            <a:off x="1458452" y="7235202"/>
            <a:ext cx="2276767" cy="41549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14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live birth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1615B3A-3FBA-41A3-9641-481CD0C6BE52}"/>
              </a:ext>
            </a:extLst>
          </p:cNvPr>
          <p:cNvSpPr txBox="1"/>
          <p:nvPr/>
        </p:nvSpPr>
        <p:spPr>
          <a:xfrm>
            <a:off x="4338185" y="7203728"/>
            <a:ext cx="2537882" cy="41549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11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1 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Pending biospecimen form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A6597A6-3B92-4EBD-9626-A72B2B148FA0}"/>
              </a:ext>
            </a:extLst>
          </p:cNvPr>
          <p:cNvSpPr txBox="1"/>
          <p:nvPr/>
        </p:nvSpPr>
        <p:spPr>
          <a:xfrm>
            <a:off x="7201503" y="7140145"/>
            <a:ext cx="2330080" cy="57708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18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live birth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still birth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C374FDB-5D21-4B43-8585-B1F0B70ED270}"/>
              </a:ext>
            </a:extLst>
          </p:cNvPr>
          <p:cNvSpPr txBox="1"/>
          <p:nvPr/>
        </p:nvSpPr>
        <p:spPr>
          <a:xfrm>
            <a:off x="10053139" y="7135596"/>
            <a:ext cx="2563098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live birth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Still birth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Not met (up to any outcome)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3AA2308-8AFA-414D-842E-F6D8EF318E66}"/>
              </a:ext>
            </a:extLst>
          </p:cNvPr>
          <p:cNvCxnSpPr>
            <a:cxnSpLocks/>
          </p:cNvCxnSpPr>
          <p:nvPr/>
        </p:nvCxnSpPr>
        <p:spPr>
          <a:xfrm>
            <a:off x="1225830" y="7428969"/>
            <a:ext cx="23935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ABB39CE-962E-427E-9B8F-859A250300E6}"/>
              </a:ext>
            </a:extLst>
          </p:cNvPr>
          <p:cNvCxnSpPr>
            <a:cxnSpLocks/>
          </p:cNvCxnSpPr>
          <p:nvPr/>
        </p:nvCxnSpPr>
        <p:spPr>
          <a:xfrm flipV="1">
            <a:off x="4105261" y="7425713"/>
            <a:ext cx="232924" cy="29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D584E24-4042-49B1-8EFC-AB485CA2AE56}"/>
              </a:ext>
            </a:extLst>
          </p:cNvPr>
          <p:cNvCxnSpPr>
            <a:cxnSpLocks/>
          </p:cNvCxnSpPr>
          <p:nvPr/>
        </p:nvCxnSpPr>
        <p:spPr>
          <a:xfrm>
            <a:off x="6956941" y="7428686"/>
            <a:ext cx="244562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5A5EEAF-8B6D-44B4-8862-ECB5EA397540}"/>
              </a:ext>
            </a:extLst>
          </p:cNvPr>
          <p:cNvCxnSpPr>
            <a:cxnSpLocks/>
          </p:cNvCxnSpPr>
          <p:nvPr/>
        </p:nvCxnSpPr>
        <p:spPr>
          <a:xfrm flipV="1">
            <a:off x="9819097" y="7421910"/>
            <a:ext cx="234042" cy="380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94982" y="1599512"/>
            <a:ext cx="335454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4982" y="2217180"/>
            <a:ext cx="335454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689 women </a:t>
            </a:r>
            <a:r>
              <a:rPr lang="en-US" sz="1200" dirty="0"/>
              <a:t>eligible for WRA 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100" y="349527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45</a:t>
            </a:r>
            <a:r>
              <a:rPr lang="en-US" sz="1200" dirty="0"/>
              <a:t> NPNL women enrolled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9490" y="349485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46</a:t>
            </a:r>
            <a:r>
              <a:rPr lang="en-US" sz="1200" dirty="0"/>
              <a:t> NPNL women enrolled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2807" y="349499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47</a:t>
            </a:r>
            <a:r>
              <a:rPr lang="en-US" sz="1200" dirty="0"/>
              <a:t> NPNL women enrolled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4443" y="348821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45</a:t>
            </a:r>
            <a:r>
              <a:rPr lang="en-US" sz="1200" dirty="0"/>
              <a:t> NPNL women enrolled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84" y="493711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38</a:t>
            </a:r>
            <a:r>
              <a:rPr lang="en-US" sz="1200" dirty="0"/>
              <a:t> started supplementation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262" y="3874605"/>
            <a:ext cx="1475061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5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2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273606" y="3868127"/>
            <a:ext cx="1534540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1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137946" y="3864519"/>
            <a:ext cx="1548179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4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989583" y="3864322"/>
            <a:ext cx="1520548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cxnSp>
        <p:nvCxnSpPr>
          <p:cNvPr id="15" name="Straight Arrow Connector 14"/>
          <p:cNvCxnSpPr>
            <a:stCxn id="6" idx="2"/>
            <a:endCxn id="10" idx="0"/>
          </p:cNvCxnSpPr>
          <p:nvPr/>
        </p:nvCxnSpPr>
        <p:spPr>
          <a:xfrm flipH="1">
            <a:off x="1208118" y="3772276"/>
            <a:ext cx="5316" cy="116483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2"/>
            <a:endCxn id="28" idx="0"/>
          </p:cNvCxnSpPr>
          <p:nvPr/>
        </p:nvCxnSpPr>
        <p:spPr>
          <a:xfrm flipH="1">
            <a:off x="4078508" y="3771853"/>
            <a:ext cx="5317" cy="11561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2"/>
            <a:endCxn id="29" idx="0"/>
          </p:cNvCxnSpPr>
          <p:nvPr/>
        </p:nvCxnSpPr>
        <p:spPr>
          <a:xfrm flipH="1">
            <a:off x="6941825" y="3771993"/>
            <a:ext cx="5316" cy="115243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2"/>
            <a:endCxn id="30" idx="0"/>
          </p:cNvCxnSpPr>
          <p:nvPr/>
        </p:nvCxnSpPr>
        <p:spPr>
          <a:xfrm flipH="1">
            <a:off x="9793461" y="3765217"/>
            <a:ext cx="5316" cy="116760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1205510" y="4241994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084941" y="4238738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941825" y="4241711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9793462" y="4234935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918628" y="2647421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183  </a:t>
            </a:r>
            <a:r>
              <a:rPr lang="en-US" sz="1200" dirty="0">
                <a:solidFill>
                  <a:schemeClr val="tx1"/>
                </a:solidFill>
              </a:rPr>
              <a:t>NPNL women consented and randomized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108487" y="3248200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A</a:t>
            </a:r>
            <a:endParaRPr 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2651042" y="3223678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B</a:t>
            </a:r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5857828" y="3240730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C</a:t>
            </a:r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8426038" y="3238380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D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2954173" y="492803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43</a:t>
            </a:r>
            <a:r>
              <a:rPr lang="en-US" sz="1200" dirty="0"/>
              <a:t> started supplementation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7491" y="492442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43 </a:t>
            </a:r>
            <a:r>
              <a:rPr lang="en-US" sz="1200" dirty="0"/>
              <a:t>started supplementation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9127" y="493282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45</a:t>
            </a:r>
            <a:r>
              <a:rPr lang="en-US" sz="1200" dirty="0"/>
              <a:t> started supplementation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4626" y="5439199"/>
            <a:ext cx="1753981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18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midline visit</a:t>
            </a:r>
            <a:endParaRPr lang="en-US" sz="1200" b="1" dirty="0"/>
          </a:p>
        </p:txBody>
      </p:sp>
      <p:cxnSp>
        <p:nvCxnSpPr>
          <p:cNvPr id="35" name="Straight Arrow Connector 34"/>
          <p:cNvCxnSpPr>
            <a:endCxn id="43" idx="0"/>
          </p:cNvCxnSpPr>
          <p:nvPr/>
        </p:nvCxnSpPr>
        <p:spPr>
          <a:xfrm flipH="1">
            <a:off x="1201383" y="5206211"/>
            <a:ext cx="5316" cy="81364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44" idx="0"/>
          </p:cNvCxnSpPr>
          <p:nvPr/>
        </p:nvCxnSpPr>
        <p:spPr>
          <a:xfrm flipH="1">
            <a:off x="4071773" y="5205788"/>
            <a:ext cx="5317" cy="80498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45" idx="0"/>
          </p:cNvCxnSpPr>
          <p:nvPr/>
        </p:nvCxnSpPr>
        <p:spPr>
          <a:xfrm flipH="1">
            <a:off x="6935090" y="5205928"/>
            <a:ext cx="5316" cy="8012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46" idx="0"/>
          </p:cNvCxnSpPr>
          <p:nvPr/>
        </p:nvCxnSpPr>
        <p:spPr>
          <a:xfrm flipH="1">
            <a:off x="9786726" y="5199152"/>
            <a:ext cx="5316" cy="81641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198775" y="5675929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4078206" y="5672673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6935090" y="5675646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9786727" y="5668870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049" y="601985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19</a:t>
            </a:r>
            <a:r>
              <a:rPr lang="en-US" sz="1200" dirty="0"/>
              <a:t> mid-line visits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47438" y="601077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22</a:t>
            </a:r>
            <a:r>
              <a:rPr lang="en-US" sz="1200" dirty="0"/>
              <a:t> mid-line visits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0756" y="600716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23 </a:t>
            </a:r>
            <a:r>
              <a:rPr lang="en-US" sz="1200" dirty="0"/>
              <a:t>mid-line visits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62392" y="601556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24</a:t>
            </a:r>
            <a:r>
              <a:rPr lang="en-US" sz="1200" dirty="0"/>
              <a:t> mid-line visits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97" y="714325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14</a:t>
            </a:r>
            <a:r>
              <a:rPr lang="en-US" sz="1200" dirty="0"/>
              <a:t> endline visits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38733" y="713230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15</a:t>
            </a:r>
            <a:r>
              <a:rPr lang="en-US" sz="1200" dirty="0"/>
              <a:t> endline visits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2051" y="712870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17 </a:t>
            </a:r>
            <a:r>
              <a:rPr lang="en-US" sz="1200" dirty="0"/>
              <a:t>endline visits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53687" y="713709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17</a:t>
            </a:r>
            <a:r>
              <a:rPr lang="en-US" sz="1200" dirty="0"/>
              <a:t> endline visits</a:t>
            </a:r>
          </a:p>
        </p:txBody>
      </p:sp>
      <p:cxnSp>
        <p:nvCxnSpPr>
          <p:cNvPr id="51" name="Straight Connector 50"/>
          <p:cNvCxnSpPr>
            <a:stCxn id="4" idx="2"/>
            <a:endCxn id="5" idx="0"/>
          </p:cNvCxnSpPr>
          <p:nvPr/>
        </p:nvCxnSpPr>
        <p:spPr>
          <a:xfrm>
            <a:off x="5572256" y="2061177"/>
            <a:ext cx="0" cy="15600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5" idx="2"/>
          </p:cNvCxnSpPr>
          <p:nvPr/>
        </p:nvCxnSpPr>
        <p:spPr>
          <a:xfrm flipH="1">
            <a:off x="5572256" y="2494178"/>
            <a:ext cx="1" cy="15324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3" idx="3"/>
          </p:cNvCxnSpPr>
          <p:nvPr/>
        </p:nvCxnSpPr>
        <p:spPr>
          <a:xfrm flipH="1">
            <a:off x="1925782" y="3061852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4757527" y="3120277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5984849" y="3121808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23" idx="5"/>
          </p:cNvCxnSpPr>
          <p:nvPr/>
        </p:nvCxnSpPr>
        <p:spPr>
          <a:xfrm>
            <a:off x="6741546" y="3061852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1431600" y="3228151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11631566" y="3475072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183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11643445" y="4926781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169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43445" y="6005236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endParaRPr 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11637349" y="7112798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63</a:t>
            </a:r>
            <a:endParaRPr lang="en-US" sz="1200" dirty="0"/>
          </a:p>
        </p:txBody>
      </p:sp>
      <p:sp>
        <p:nvSpPr>
          <p:cNvPr id="62" name="Title 1"/>
          <p:cNvSpPr txBox="1"/>
          <p:nvPr/>
        </p:nvSpPr>
        <p:spPr bwMode="auto">
          <a:xfrm>
            <a:off x="408375" y="1511783"/>
            <a:ext cx="2060909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WRA Trial Consort</a:t>
            </a:r>
            <a:endParaRPr lang="en-US" sz="3200" kern="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8887A8-59F6-D053-1D12-EF99F0EA80E9}"/>
              </a:ext>
            </a:extLst>
          </p:cNvPr>
          <p:cNvSpPr txBox="1"/>
          <p:nvPr/>
        </p:nvSpPr>
        <p:spPr>
          <a:xfrm>
            <a:off x="4288545" y="5439199"/>
            <a:ext cx="1753981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midline visit</a:t>
            </a:r>
            <a:endParaRPr 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128B8C-7740-16F5-89A2-85D01F44FE15}"/>
              </a:ext>
            </a:extLst>
          </p:cNvPr>
          <p:cNvSpPr txBox="1"/>
          <p:nvPr/>
        </p:nvSpPr>
        <p:spPr>
          <a:xfrm>
            <a:off x="7153597" y="5450595"/>
            <a:ext cx="1753981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midline visit</a:t>
            </a:r>
            <a:endParaRPr 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531022-5B6F-7A5E-9363-D8A88B94E1B9}"/>
              </a:ext>
            </a:extLst>
          </p:cNvPr>
          <p:cNvSpPr txBox="1"/>
          <p:nvPr/>
        </p:nvSpPr>
        <p:spPr>
          <a:xfrm>
            <a:off x="9989479" y="5448249"/>
            <a:ext cx="1753981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21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midline visit</a:t>
            </a:r>
            <a:endParaRPr lang="en-US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1CA827-5FF4-EC18-560D-7138905D957E}"/>
              </a:ext>
            </a:extLst>
          </p:cNvPr>
          <p:cNvSpPr txBox="1"/>
          <p:nvPr/>
        </p:nvSpPr>
        <p:spPr>
          <a:xfrm>
            <a:off x="1402434" y="6554767"/>
            <a:ext cx="1753981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5 </a:t>
            </a:r>
            <a:r>
              <a:rPr lang="en-US" sz="1200" dirty="0"/>
              <a:t>Under follow-up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0466100-91AF-6179-1454-E5874B6E4C3F}"/>
              </a:ext>
            </a:extLst>
          </p:cNvPr>
          <p:cNvCxnSpPr/>
          <p:nvPr/>
        </p:nvCxnSpPr>
        <p:spPr>
          <a:xfrm flipH="1">
            <a:off x="1189191" y="6321779"/>
            <a:ext cx="5316" cy="81364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EDA4F7C-0AE2-FA3E-E75F-89988AFFA2CB}"/>
              </a:ext>
            </a:extLst>
          </p:cNvPr>
          <p:cNvCxnSpPr/>
          <p:nvPr/>
        </p:nvCxnSpPr>
        <p:spPr>
          <a:xfrm flipH="1">
            <a:off x="4059581" y="6321356"/>
            <a:ext cx="5317" cy="80498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F88C644-3114-A8F3-0C20-5E5F94C82CD4}"/>
              </a:ext>
            </a:extLst>
          </p:cNvPr>
          <p:cNvCxnSpPr/>
          <p:nvPr/>
        </p:nvCxnSpPr>
        <p:spPr>
          <a:xfrm flipH="1">
            <a:off x="6922898" y="6321496"/>
            <a:ext cx="5316" cy="8012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AD9EDAE-39B5-BAC7-3995-FF41AFB578E0}"/>
              </a:ext>
            </a:extLst>
          </p:cNvPr>
          <p:cNvCxnSpPr/>
          <p:nvPr/>
        </p:nvCxnSpPr>
        <p:spPr>
          <a:xfrm flipH="1">
            <a:off x="9774534" y="6314720"/>
            <a:ext cx="5316" cy="81641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740D86A-7530-CEE2-0C97-9B754389017D}"/>
              </a:ext>
            </a:extLst>
          </p:cNvPr>
          <p:cNvCxnSpPr/>
          <p:nvPr/>
        </p:nvCxnSpPr>
        <p:spPr>
          <a:xfrm>
            <a:off x="1186583" y="679149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DE99CC2-EC7A-8D80-B7F8-5395C3696092}"/>
              </a:ext>
            </a:extLst>
          </p:cNvPr>
          <p:cNvCxnSpPr/>
          <p:nvPr/>
        </p:nvCxnSpPr>
        <p:spPr>
          <a:xfrm>
            <a:off x="4066014" y="6788241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F40AD88-DE62-CB13-BCDF-CCBED7E65C47}"/>
              </a:ext>
            </a:extLst>
          </p:cNvPr>
          <p:cNvCxnSpPr/>
          <p:nvPr/>
        </p:nvCxnSpPr>
        <p:spPr>
          <a:xfrm>
            <a:off x="6922898" y="6791214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2AE89CF-0D66-C5A5-E3A5-419F27D7A60A}"/>
              </a:ext>
            </a:extLst>
          </p:cNvPr>
          <p:cNvCxnSpPr/>
          <p:nvPr/>
        </p:nvCxnSpPr>
        <p:spPr>
          <a:xfrm>
            <a:off x="9774535" y="6784438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29D8972-B388-EAE4-E06A-035AE1312F67}"/>
              </a:ext>
            </a:extLst>
          </p:cNvPr>
          <p:cNvSpPr txBox="1"/>
          <p:nvPr/>
        </p:nvSpPr>
        <p:spPr>
          <a:xfrm>
            <a:off x="4276353" y="6554767"/>
            <a:ext cx="1753981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7 </a:t>
            </a:r>
            <a:r>
              <a:rPr lang="en-US" sz="1200" dirty="0"/>
              <a:t>Under follow-up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4C2FC7E-CF82-CC8A-8149-F4E0FFBB317F}"/>
              </a:ext>
            </a:extLst>
          </p:cNvPr>
          <p:cNvSpPr txBox="1"/>
          <p:nvPr/>
        </p:nvSpPr>
        <p:spPr>
          <a:xfrm>
            <a:off x="7141405" y="6566163"/>
            <a:ext cx="1753981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6 </a:t>
            </a:r>
            <a:r>
              <a:rPr lang="en-US" sz="1200" dirty="0"/>
              <a:t>Under follow-up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A9238F-8536-5291-4A09-8B5A0AFCFC56}"/>
              </a:ext>
            </a:extLst>
          </p:cNvPr>
          <p:cNvSpPr txBox="1"/>
          <p:nvPr/>
        </p:nvSpPr>
        <p:spPr>
          <a:xfrm>
            <a:off x="9977287" y="6563817"/>
            <a:ext cx="1753981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/>
              <a:t>7 </a:t>
            </a:r>
            <a:r>
              <a:rPr lang="en-US" sz="1200"/>
              <a:t>Under follow-up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5011</TotalTime>
  <Words>558</Words>
  <Application>Microsoft Office PowerPoint</Application>
  <PresentationFormat>Custom</PresentationFormat>
  <Paragraphs>147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(Body)</vt:lpstr>
      <vt:lpstr>Aptos Display</vt:lpstr>
      <vt:lpstr>Arial</vt:lpstr>
      <vt:lpstr>Tahoma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Brian Dyer</cp:lastModifiedBy>
  <cp:revision>3</cp:revision>
  <dcterms:created xsi:type="dcterms:W3CDTF">2024-04-26T15:51:54Z</dcterms:created>
  <dcterms:modified xsi:type="dcterms:W3CDTF">2024-07-15T19:08:46Z</dcterms:modified>
</cp:coreProperties>
</file>