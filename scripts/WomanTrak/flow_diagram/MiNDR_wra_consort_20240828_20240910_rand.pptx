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0BFA18A6-AFB5-4F45-8743-B6B27D0BDAD2}"/>
    <pc:docChg chg="undo custSel modSld">
      <pc:chgData name="Brian Dyer" userId="f4d252ae-ea01-4f62-a905-b25723068793" providerId="ADAL" clId="{0BFA18A6-AFB5-4F45-8743-B6B27D0BDAD2}" dt="2024-06-21T18:43:29.569" v="344" actId="20577"/>
      <pc:docMkLst>
        <pc:docMk/>
      </pc:docMkLst>
      <pc:sldChg chg="addSp delSp modSp mod">
        <pc:chgData name="Brian Dyer" userId="f4d252ae-ea01-4f62-a905-b25723068793" providerId="ADAL" clId="{0BFA18A6-AFB5-4F45-8743-B6B27D0BDAD2}" dt="2024-06-21T18:43:29.569" v="344" actId="20577"/>
        <pc:sldMkLst>
          <pc:docMk/>
          <pc:sldMk cId="0" sldId="312"/>
        </pc:sldMkLst>
        <pc:spChg chg="add del">
          <ac:chgData name="Brian Dyer" userId="f4d252ae-ea01-4f62-a905-b25723068793" providerId="ADAL" clId="{0BFA18A6-AFB5-4F45-8743-B6B27D0BDAD2}" dt="2024-06-21T17:51:03.320" v="113" actId="22"/>
          <ac:spMkLst>
            <pc:docMk/>
            <pc:sldMk cId="0" sldId="312"/>
            <ac:spMk id="3" creationId="{19C5367E-4828-AB95-AB6A-DD808DA02120}"/>
          </ac:spMkLst>
        </pc:spChg>
        <pc:spChg chg="mod">
          <ac:chgData name="Brian Dyer" userId="f4d252ae-ea01-4f62-a905-b25723068793" providerId="ADAL" clId="{0BFA18A6-AFB5-4F45-8743-B6B27D0BDAD2}" dt="2024-06-19T16:12:50.421" v="7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3.276" v="9" actId="20577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9.013" v="11" actId="20577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3:04.580" v="15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2.734" v="25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5:20.412" v="21" actId="6549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48.683" v="3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40.027" v="5" actId="20577"/>
          <ac:spMkLst>
            <pc:docMk/>
            <pc:sldMk cId="0" sldId="312"/>
            <ac:spMk id="2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9.963" v="29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18.564" v="35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03.399" v="42" actId="113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0:50.017" v="110" actId="1036"/>
          <ac:spMkLst>
            <pc:docMk/>
            <pc:sldMk cId="0" sldId="312"/>
            <ac:spMk id="31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01.636" v="111" actId="478"/>
          <ac:spMkLst>
            <pc:docMk/>
            <pc:sldMk cId="0" sldId="312"/>
            <ac:spMk id="32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13.322" v="117" actId="478"/>
          <ac:spMkLst>
            <pc:docMk/>
            <pc:sldMk cId="0" sldId="312"/>
            <ac:spMk id="33" creationId="{00000000-0000-0000-0000-000000000000}"/>
          </ac:spMkLst>
        </pc:spChg>
        <pc:spChg chg="del mod">
          <ac:chgData name="Brian Dyer" userId="f4d252ae-ea01-4f62-a905-b25723068793" providerId="ADAL" clId="{0BFA18A6-AFB5-4F45-8743-B6B27D0BDAD2}" dt="2024-06-21T17:51:29.152" v="122" actId="478"/>
          <ac:spMkLst>
            <pc:docMk/>
            <pc:sldMk cId="0" sldId="312"/>
            <ac:spMk id="3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49:32.984" v="60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1:59.352" v="130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2:47.745" v="143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3:07.293" v="146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5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29.555" v="53" actId="20577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50:34.411" v="57" actId="113"/>
          <ac:spMkLst>
            <pc:docMk/>
            <pc:sldMk cId="0" sldId="312"/>
            <ac:spMk id="5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8:49.896" v="155" actId="20577"/>
          <ac:spMkLst>
            <pc:docMk/>
            <pc:sldMk cId="0" sldId="312"/>
            <ac:spMk id="6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61" creationId="{00000000-0000-0000-0000-000000000000}"/>
          </ac:spMkLst>
        </pc:spChg>
        <pc:spChg chg="add mod">
          <ac:chgData name="Brian Dyer" userId="f4d252ae-ea01-4f62-a905-b25723068793" providerId="ADAL" clId="{0BFA18A6-AFB5-4F45-8743-B6B27D0BDAD2}" dt="2024-06-21T17:51:48.504" v="127" actId="20577"/>
          <ac:spMkLst>
            <pc:docMk/>
            <pc:sldMk cId="0" sldId="312"/>
            <ac:spMk id="63" creationId="{998887A8-59F6-D053-1D12-EF99F0EA80E9}"/>
          </ac:spMkLst>
        </pc:spChg>
        <pc:spChg chg="add mod">
          <ac:chgData name="Brian Dyer" userId="f4d252ae-ea01-4f62-a905-b25723068793" providerId="ADAL" clId="{0BFA18A6-AFB5-4F45-8743-B6B27D0BDAD2}" dt="2024-06-21T17:52:18.454" v="136" actId="20577"/>
          <ac:spMkLst>
            <pc:docMk/>
            <pc:sldMk cId="0" sldId="312"/>
            <ac:spMk id="64" creationId="{38128B8C-7740-16F5-89A2-85D01F44FE15}"/>
          </ac:spMkLst>
        </pc:spChg>
        <pc:spChg chg="add mod">
          <ac:chgData name="Brian Dyer" userId="f4d252ae-ea01-4f62-a905-b25723068793" providerId="ADAL" clId="{0BFA18A6-AFB5-4F45-8743-B6B27D0BDAD2}" dt="2024-06-21T17:53:14.929" v="152" actId="20577"/>
          <ac:spMkLst>
            <pc:docMk/>
            <pc:sldMk cId="0" sldId="312"/>
            <ac:spMk id="65" creationId="{86531022-5B6F-7A5E-9363-D8A88B94E1B9}"/>
          </ac:spMkLst>
        </pc:spChg>
        <pc:spChg chg="add mod">
          <ac:chgData name="Brian Dyer" userId="f4d252ae-ea01-4f62-a905-b25723068793" providerId="ADAL" clId="{0BFA18A6-AFB5-4F45-8743-B6B27D0BDAD2}" dt="2024-06-21T18:42:47.443" v="332" actId="6549"/>
          <ac:spMkLst>
            <pc:docMk/>
            <pc:sldMk cId="0" sldId="312"/>
            <ac:spMk id="66" creationId="{AE1CA827-5FF4-EC18-560D-7138905D957E}"/>
          </ac:spMkLst>
        </pc:spChg>
        <pc:spChg chg="add mod">
          <ac:chgData name="Brian Dyer" userId="f4d252ae-ea01-4f62-a905-b25723068793" providerId="ADAL" clId="{0BFA18A6-AFB5-4F45-8743-B6B27D0BDAD2}" dt="2024-06-21T18:42:55.675" v="336" actId="6549"/>
          <ac:spMkLst>
            <pc:docMk/>
            <pc:sldMk cId="0" sldId="312"/>
            <ac:spMk id="75" creationId="{929D8972-B388-EAE4-E06A-035AE1312F67}"/>
          </ac:spMkLst>
        </pc:spChg>
        <pc:spChg chg="add mod">
          <ac:chgData name="Brian Dyer" userId="f4d252ae-ea01-4f62-a905-b25723068793" providerId="ADAL" clId="{0BFA18A6-AFB5-4F45-8743-B6B27D0BDAD2}" dt="2024-06-21T18:43:14.196" v="340" actId="6549"/>
          <ac:spMkLst>
            <pc:docMk/>
            <pc:sldMk cId="0" sldId="312"/>
            <ac:spMk id="76" creationId="{A4C2FC7E-CF82-CC8A-8149-F4E0FFBB317F}"/>
          </ac:spMkLst>
        </pc:spChg>
        <pc:spChg chg="add mod">
          <ac:chgData name="Brian Dyer" userId="f4d252ae-ea01-4f62-a905-b25723068793" providerId="ADAL" clId="{0BFA18A6-AFB5-4F45-8743-B6B27D0BDAD2}" dt="2024-06-21T18:43:29.569" v="344" actId="20577"/>
          <ac:spMkLst>
            <pc:docMk/>
            <pc:sldMk cId="0" sldId="312"/>
            <ac:spMk id="77" creationId="{E6A9238F-8536-5291-4A09-8B5A0AFCFC56}"/>
          </ac:spMkLst>
        </pc:sp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7" creationId="{30466100-91AF-6179-1454-E5874B6E4C3F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8" creationId="{2EDA4F7C-0AE2-FA3E-E75F-89988AFFA2CB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9" creationId="{5F88C644-3114-A8F3-0C20-5E5F94C82CD4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0" creationId="{0AD9EDAE-39B5-BAC7-3995-FF41AFB578E0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1" creationId="{2740D86A-7530-CEE2-0C97-9B754389017D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2" creationId="{7DE99CC2-EC7A-8D80-B7F8-5395C3696092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3" creationId="{2F40AD88-DE62-CB13-BCDF-CCBED7E65C47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  <pc:docChgLst>
    <pc:chgData name="Brian Dyer" userId="f4d252ae-ea01-4f62-a905-b25723068793" providerId="ADAL" clId="{6AE5D03B-507C-4E92-A40A-75E0388D7ECD}"/>
    <pc:docChg chg="undo redo custSel modSld">
      <pc:chgData name="Brian Dyer" userId="f4d252ae-ea01-4f62-a905-b25723068793" providerId="ADAL" clId="{6AE5D03B-507C-4E92-A40A-75E0388D7ECD}" dt="2024-07-15T17:34:37.836" v="95" actId="20577"/>
      <pc:docMkLst>
        <pc:docMk/>
      </pc:docMkLst>
      <pc:sldChg chg="modSp mod">
        <pc:chgData name="Brian Dyer" userId="f4d252ae-ea01-4f62-a905-b25723068793" providerId="ADAL" clId="{6AE5D03B-507C-4E92-A40A-75E0388D7ECD}" dt="2024-07-15T17:34:37.836" v="95" actId="20577"/>
        <pc:sldMkLst>
          <pc:docMk/>
          <pc:sldMk cId="0" sldId="312"/>
        </pc:sldMkLst>
        <pc:spChg chg="mod">
          <ac:chgData name="Brian Dyer" userId="f4d252ae-ea01-4f62-a905-b25723068793" providerId="ADAL" clId="{6AE5D03B-507C-4E92-A40A-75E0388D7ECD}" dt="2024-07-15T17:10:35.233" v="2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0:49.540" v="3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0:51.601" v="4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0:56.127" v="6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22.124" v="8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1:56.387" v="42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2:34.113" v="43"/>
          <ac:spMkLst>
            <pc:docMk/>
            <pc:sldMk cId="0" sldId="312"/>
            <ac:spMk id="12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4:11.680" v="49" actId="113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5:00.704" v="58" actId="113"/>
          <ac:spMkLst>
            <pc:docMk/>
            <pc:sldMk cId="0" sldId="312"/>
            <ac:spMk id="14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40.221" v="16" actId="20577"/>
          <ac:spMkLst>
            <pc:docMk/>
            <pc:sldMk cId="0" sldId="312"/>
            <ac:spMk id="24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45.223" v="18" actId="20577"/>
          <ac:spMkLst>
            <pc:docMk/>
            <pc:sldMk cId="0" sldId="312"/>
            <ac:spMk id="25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48.890" v="19" actId="20577"/>
          <ac:spMkLst>
            <pc:docMk/>
            <pc:sldMk cId="0" sldId="312"/>
            <ac:spMk id="26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4:37.836" v="95" actId="20577"/>
          <ac:spMkLst>
            <pc:docMk/>
            <pc:sldMk cId="0" sldId="312"/>
            <ac:spMk id="27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26.934" v="10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1:31.166" v="12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4:22.460" v="52" actId="20577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6:57.006" v="60" actId="20577"/>
          <ac:spMkLst>
            <pc:docMk/>
            <pc:sldMk cId="0" sldId="312"/>
            <ac:spMk id="31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3:32.962" v="31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3:33.305" v="33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9:07.577" v="78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13:46.692" v="41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0:45.411" v="82" actId="20577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0:49.324" v="84" actId="20577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31:51.533" v="93" actId="20577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6AE5D03B-507C-4E92-A40A-75E0388D7ECD}" dt="2024-07-15T17:27:52.836" v="64" actId="20577"/>
          <ac:spMkLst>
            <pc:docMk/>
            <pc:sldMk cId="0" sldId="312"/>
            <ac:spMk id="63" creationId="{998887A8-59F6-D053-1D12-EF99F0EA80E9}"/>
          </ac:spMkLst>
        </pc:spChg>
        <pc:spChg chg="mod">
          <ac:chgData name="Brian Dyer" userId="f4d252ae-ea01-4f62-a905-b25723068793" providerId="ADAL" clId="{6AE5D03B-507C-4E92-A40A-75E0388D7ECD}" dt="2024-07-15T17:28:56.342" v="74" actId="20577"/>
          <ac:spMkLst>
            <pc:docMk/>
            <pc:sldMk cId="0" sldId="312"/>
            <ac:spMk id="64" creationId="{38128B8C-7740-16F5-89A2-85D01F44FE15}"/>
          </ac:spMkLst>
        </pc:spChg>
        <pc:spChg chg="mod">
          <ac:chgData name="Brian Dyer" userId="f4d252ae-ea01-4f62-a905-b25723068793" providerId="ADAL" clId="{6AE5D03B-507C-4E92-A40A-75E0388D7ECD}" dt="2024-07-15T17:29:38.310" v="80" actId="20577"/>
          <ac:spMkLst>
            <pc:docMk/>
            <pc:sldMk cId="0" sldId="312"/>
            <ac:spMk id="65" creationId="{86531022-5B6F-7A5E-9363-D8A88B94E1B9}"/>
          </ac:spMkLst>
        </pc:spChg>
        <pc:spChg chg="mod">
          <ac:chgData name="Brian Dyer" userId="f4d252ae-ea01-4f62-a905-b25723068793" providerId="ADAL" clId="{6AE5D03B-507C-4E92-A40A-75E0388D7ECD}" dt="2024-07-15T17:31:36.766" v="92" actId="20577"/>
          <ac:spMkLst>
            <pc:docMk/>
            <pc:sldMk cId="0" sldId="312"/>
            <ac:spMk id="66" creationId="{AE1CA827-5FF4-EC18-560D-7138905D957E}"/>
          </ac:spMkLst>
        </pc:spChg>
        <pc:spChg chg="mod">
          <ac:chgData name="Brian Dyer" userId="f4d252ae-ea01-4f62-a905-b25723068793" providerId="ADAL" clId="{6AE5D03B-507C-4E92-A40A-75E0388D7ECD}" dt="2024-07-15T17:31:22.227" v="91" actId="20577"/>
          <ac:spMkLst>
            <pc:docMk/>
            <pc:sldMk cId="0" sldId="312"/>
            <ac:spMk id="76" creationId="{A4C2FC7E-CF82-CC8A-8149-F4E0FFBB317F}"/>
          </ac:spMkLst>
        </pc:spChg>
        <pc:spChg chg="mod">
          <ac:chgData name="Brian Dyer" userId="f4d252ae-ea01-4f62-a905-b25723068793" providerId="ADAL" clId="{6AE5D03B-507C-4E92-A40A-75E0388D7ECD}" dt="2024-07-15T17:31:17.476" v="90" actId="20577"/>
          <ac:spMkLst>
            <pc:docMk/>
            <pc:sldMk cId="0" sldId="312"/>
            <ac:spMk id="77" creationId="{E6A9238F-8536-5291-4A09-8B5A0AFCFC56}"/>
          </ac:spMkLst>
        </pc:spChg>
        <pc:cxnChg chg="mod">
          <ac:chgData name="Brian Dyer" userId="f4d252ae-ea01-4f62-a905-b25723068793" providerId="ADAL" clId="{6AE5D03B-507C-4E92-A40A-75E0388D7ECD}" dt="2024-07-15T17:24:20.048" v="50" actId="1076"/>
          <ac:cxnSpMkLst>
            <pc:docMk/>
            <pc:sldMk cId="0" sldId="312"/>
            <ac:cxnSpMk id="18" creationId="{00000000-0000-0000-0000-000000000000}"/>
          </ac:cxnSpMkLst>
        </pc:cxnChg>
      </pc:sldChg>
    </pc:docChg>
  </pc:docChgLst>
  <pc:docChgLst>
    <pc:chgData name="Brian Dyer" userId="f4d252ae-ea01-4f62-a905-b25723068793" providerId="ADAL" clId="{3ACE72C0-39DE-4001-B359-FE405A7C5CCE}"/>
    <pc:docChg chg="undo redo custSel delSld modSld">
      <pc:chgData name="Brian Dyer" userId="f4d252ae-ea01-4f62-a905-b25723068793" providerId="ADAL" clId="{3ACE72C0-39DE-4001-B359-FE405A7C5CCE}" dt="2024-07-10T13:30:07.402" v="932" actId="47"/>
      <pc:docMkLst>
        <pc:docMk/>
      </pc:docMkLst>
      <pc:sldChg chg="modSp mod">
        <pc:chgData name="Brian Dyer" userId="f4d252ae-ea01-4f62-a905-b25723068793" providerId="ADAL" clId="{3ACE72C0-39DE-4001-B359-FE405A7C5CCE}" dt="2024-07-02T18:58:22.676" v="925" actId="20577"/>
        <pc:sldMkLst>
          <pc:docMk/>
          <pc:sldMk cId="0" sldId="312"/>
        </pc:sldMkLst>
        <pc:spChg chg="mod">
          <ac:chgData name="Brian Dyer" userId="f4d252ae-ea01-4f62-a905-b25723068793" providerId="ADAL" clId="{3ACE72C0-39DE-4001-B359-FE405A7C5CCE}" dt="2024-07-02T18:58:15.931" v="919" actId="6549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2.676" v="925" actId="20577"/>
          <ac:spMkLst>
            <pc:docMk/>
            <pc:sldMk cId="0" sldId="312"/>
            <ac:spMk id="66" creationId="{AE1CA827-5FF4-EC18-560D-7138905D957E}"/>
          </ac:spMkLst>
        </pc:spChg>
      </pc:sldChg>
      <pc:sldChg chg="modSp del mod">
        <pc:chgData name="Brian Dyer" userId="f4d252ae-ea01-4f62-a905-b25723068793" providerId="ADAL" clId="{3ACE72C0-39DE-4001-B359-FE405A7C5CCE}" dt="2024-07-10T13:30:07.402" v="932" actId="47"/>
        <pc:sldMkLst>
          <pc:docMk/>
          <pc:sldMk cId="0" sldId="313"/>
        </pc:sldMkLst>
        <pc:spChg chg="mod">
          <ac:chgData name="Brian Dyer" userId="f4d252ae-ea01-4f62-a905-b25723068793" providerId="ADAL" clId="{3ACE72C0-39DE-4001-B359-FE405A7C5CCE}" dt="2024-06-27T17:08:30.162" v="50" actId="20577"/>
          <ac:spMkLst>
            <pc:docMk/>
            <pc:sldMk cId="0" sldId="313"/>
            <ac:spMk id="1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9.429" v="9" actId="20577"/>
          <ac:spMkLst>
            <pc:docMk/>
            <pc:sldMk cId="0" sldId="313"/>
            <ac:spMk id="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35.078" v="13" actId="20577"/>
          <ac:spMkLst>
            <pc:docMk/>
            <pc:sldMk cId="0" sldId="313"/>
            <ac:spMk id="2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3.676" v="19" actId="20577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8.589" v="23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27:04.050" v="803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4:34.582" v="29" actId="20577"/>
          <ac:spMkLst>
            <pc:docMk/>
            <pc:sldMk cId="0" sldId="313"/>
            <ac:spMk id="3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55.091" v="810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41.072" v="816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59.419" v="820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19.075" v="844" actId="20577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2:25.227" v="903" actId="1035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3:26.952" v="885" actId="20577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49:50.324" v="793" actId="113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8:15:50.266" v="79" actId="20577"/>
          <ac:spMkLst>
            <pc:docMk/>
            <pc:sldMk cId="0" sldId="313"/>
            <ac:spMk id="8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09.041" v="806" actId="113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3:43.755" v="812" actId="6549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21.082" v="814" actId="6549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8:31.729" v="834" actId="20577"/>
          <ac:spMkLst>
            <pc:docMk/>
            <pc:sldMk cId="0" sldId="313"/>
            <ac:spMk id="9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02.124" v="842" actId="20577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2:04.627" v="848" actId="20577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6.261" v="927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24:58.975" v="788" actId="113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4:57.859" v="797" actId="113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5:13.242" v="801" actId="113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14.720" v="930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26.175" v="931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2.285" v="5" actId="20577"/>
          <ac:spMkLst>
            <pc:docMk/>
            <pc:sldMk cId="0" sldId="313"/>
            <ac:spMk id="19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9:32.234" v="840" actId="20577"/>
          <ac:spMkLst>
            <pc:docMk/>
            <pc:sldMk cId="0" sldId="313"/>
            <ac:spMk id="19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4:50.656" v="908" actId="20577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7" creationId="{00000000-0000-0000-0000-000000000000}"/>
          </ac:spMkLst>
        </pc:sp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8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9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3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1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2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3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6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8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29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689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99" y="23522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46</a:t>
            </a:r>
            <a:r>
              <a:rPr lang="en-US" sz="1200" dirty="0"/>
              <a:t>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89" y="235185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6" y="23519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2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3" y="3794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1" y="2731604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2725126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5" y="2721518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</a:t>
            </a:r>
            <a:r>
              <a:rPr lang="en-US" sz="1200" dirty="0"/>
              <a:t> Supplementation visit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9583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0</a:t>
            </a:r>
            <a:r>
              <a:rPr lang="en-US" sz="1200" dirty="0"/>
              <a:t> Supplementation visit pending</a:t>
            </a:r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2629275"/>
            <a:ext cx="5316" cy="11648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7" y="2628853"/>
            <a:ext cx="5317" cy="1156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2628992"/>
            <a:ext cx="5316" cy="11524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30" idx="0"/>
          </p:cNvCxnSpPr>
          <p:nvPr/>
        </p:nvCxnSpPr>
        <p:spPr>
          <a:xfrm flipH="1">
            <a:off x="9774534" y="2622216"/>
            <a:ext cx="24243" cy="115920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09" y="3098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3095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3098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1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183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 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2" y="37850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0" y="37814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38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0199" y="37814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4625" y="429619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endCxn id="43" idx="0"/>
          </p:cNvCxnSpPr>
          <p:nvPr/>
        </p:nvCxnSpPr>
        <p:spPr>
          <a:xfrm flipH="1">
            <a:off x="1201383" y="4063210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44" idx="0"/>
          </p:cNvCxnSpPr>
          <p:nvPr/>
        </p:nvCxnSpPr>
        <p:spPr>
          <a:xfrm flipH="1">
            <a:off x="4071772" y="4062788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45" idx="0"/>
          </p:cNvCxnSpPr>
          <p:nvPr/>
        </p:nvCxnSpPr>
        <p:spPr>
          <a:xfrm flipH="1">
            <a:off x="6935090" y="4062927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6" idx="0"/>
          </p:cNvCxnSpPr>
          <p:nvPr/>
        </p:nvCxnSpPr>
        <p:spPr>
          <a:xfrm flipH="1">
            <a:off x="9786726" y="4056151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4" y="453292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452967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453264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786726" y="452587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8" y="487685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7" y="48677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5" y="4864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2391" y="487256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6" y="600025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8732" y="59893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050" y="598569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3686" y="599409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183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78378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86223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11637349" y="596979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4" y="368782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4288544" y="429619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21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7153596" y="4307594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18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9989478" y="430524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1402433" y="541176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7 </a:t>
            </a:r>
            <a:r>
              <a:rPr lang="en-US" sz="1200" dirty="0"/>
              <a:t>Under follow-up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/>
          <p:nvPr/>
        </p:nvCxnSpPr>
        <p:spPr>
          <a:xfrm flipH="1">
            <a:off x="1189191" y="5178778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/>
          <p:nvPr/>
        </p:nvCxnSpPr>
        <p:spPr>
          <a:xfrm flipH="1">
            <a:off x="4059580" y="5178356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/>
          <p:nvPr/>
        </p:nvCxnSpPr>
        <p:spPr>
          <a:xfrm flipH="1">
            <a:off x="6922898" y="5178495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/>
          <p:nvPr/>
        </p:nvCxnSpPr>
        <p:spPr>
          <a:xfrm flipH="1">
            <a:off x="9774534" y="5171719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1186582" y="564849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4066014" y="564524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6922898" y="564821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9774534" y="564143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4276352" y="541176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7 </a:t>
            </a:r>
            <a:r>
              <a:rPr lang="en-US" sz="1200" dirty="0"/>
              <a:t>Under follow-up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7141404" y="5423162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Under follow-up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9977286" y="542081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 </a:t>
            </a:r>
            <a:r>
              <a:rPr lang="en-US" sz="1200" dirty="0"/>
              <a:t>Under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5010</TotalTime>
  <Words>162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2</cp:revision>
  <dcterms:created xsi:type="dcterms:W3CDTF">2024-04-26T15:51:54Z</dcterms:created>
  <dcterms:modified xsi:type="dcterms:W3CDTF">2024-07-15T17:34:45Z</dcterms:modified>
</cp:coreProperties>
</file>