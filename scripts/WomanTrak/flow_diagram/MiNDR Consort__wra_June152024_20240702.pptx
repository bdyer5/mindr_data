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an Dyer" userId="f4d252ae-ea01-4f62-a905-b25723068793" providerId="ADAL" clId="{0BFA18A6-AFB5-4F45-8743-B6B27D0BDAD2}"/>
    <pc:docChg chg="undo custSel modSld">
      <pc:chgData name="Brian Dyer" userId="f4d252ae-ea01-4f62-a905-b25723068793" providerId="ADAL" clId="{0BFA18A6-AFB5-4F45-8743-B6B27D0BDAD2}" dt="2024-06-21T18:43:29.569" v="344" actId="20577"/>
      <pc:docMkLst>
        <pc:docMk/>
      </pc:docMkLst>
      <pc:sldChg chg="addSp delSp modSp mod">
        <pc:chgData name="Brian Dyer" userId="f4d252ae-ea01-4f62-a905-b25723068793" providerId="ADAL" clId="{0BFA18A6-AFB5-4F45-8743-B6B27D0BDAD2}" dt="2024-06-21T18:43:29.569" v="344" actId="20577"/>
        <pc:sldMkLst>
          <pc:docMk/>
          <pc:sldMk cId="0" sldId="312"/>
        </pc:sldMkLst>
        <pc:spChg chg="add del">
          <ac:chgData name="Brian Dyer" userId="f4d252ae-ea01-4f62-a905-b25723068793" providerId="ADAL" clId="{0BFA18A6-AFB5-4F45-8743-B6B27D0BDAD2}" dt="2024-06-21T17:51:03.320" v="113" actId="22"/>
          <ac:spMkLst>
            <pc:docMk/>
            <pc:sldMk cId="0" sldId="312"/>
            <ac:spMk id="3" creationId="{19C5367E-4828-AB95-AB6A-DD808DA02120}"/>
          </ac:spMkLst>
        </pc:spChg>
        <pc:spChg chg="mod">
          <ac:chgData name="Brian Dyer" userId="f4d252ae-ea01-4f62-a905-b25723068793" providerId="ADAL" clId="{0BFA18A6-AFB5-4F45-8743-B6B27D0BDAD2}" dt="2024-06-19T16:12:50.421" v="7" actId="20577"/>
          <ac:spMkLst>
            <pc:docMk/>
            <pc:sldMk cId="0" sldId="312"/>
            <ac:spMk id="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3.276" v="9" actId="20577"/>
          <ac:spMkLst>
            <pc:docMk/>
            <pc:sldMk cId="0" sldId="312"/>
            <ac:spMk id="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59.013" v="11" actId="20577"/>
          <ac:spMkLst>
            <pc:docMk/>
            <pc:sldMk cId="0" sldId="312"/>
            <ac:spMk id="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3:04.580" v="15" actId="20577"/>
          <ac:spMkLst>
            <pc:docMk/>
            <pc:sldMk cId="0" sldId="312"/>
            <ac:spMk id="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2.734" v="25" actId="20577"/>
          <ac:spMkLst>
            <pc:docMk/>
            <pc:sldMk cId="0" sldId="312"/>
            <ac:spMk id="1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5:20.412" v="21" actId="6549"/>
          <ac:spMkLst>
            <pc:docMk/>
            <pc:sldMk cId="0" sldId="312"/>
            <ac:spMk id="11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48.683" v="37" actId="20577"/>
          <ac:spMkLst>
            <pc:docMk/>
            <pc:sldMk cId="0" sldId="312"/>
            <ac:spMk id="1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19T16:12:40.027" v="5" actId="20577"/>
          <ac:spMkLst>
            <pc:docMk/>
            <pc:sldMk cId="0" sldId="312"/>
            <ac:spMk id="2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6:39.963" v="29" actId="20577"/>
          <ac:spMkLst>
            <pc:docMk/>
            <pc:sldMk cId="0" sldId="312"/>
            <ac:spMk id="2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7:18.564" v="35" actId="20577"/>
          <ac:spMkLst>
            <pc:docMk/>
            <pc:sldMk cId="0" sldId="312"/>
            <ac:spMk id="2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03.399" v="42" actId="113"/>
          <ac:spMkLst>
            <pc:docMk/>
            <pc:sldMk cId="0" sldId="312"/>
            <ac:spMk id="3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0:50.017" v="110" actId="1036"/>
          <ac:spMkLst>
            <pc:docMk/>
            <pc:sldMk cId="0" sldId="312"/>
            <ac:spMk id="31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01.636" v="111" actId="478"/>
          <ac:spMkLst>
            <pc:docMk/>
            <pc:sldMk cId="0" sldId="312"/>
            <ac:spMk id="32" creationId="{00000000-0000-0000-0000-000000000000}"/>
          </ac:spMkLst>
        </pc:spChg>
        <pc:spChg chg="del">
          <ac:chgData name="Brian Dyer" userId="f4d252ae-ea01-4f62-a905-b25723068793" providerId="ADAL" clId="{0BFA18A6-AFB5-4F45-8743-B6B27D0BDAD2}" dt="2024-06-21T17:51:13.322" v="117" actId="478"/>
          <ac:spMkLst>
            <pc:docMk/>
            <pc:sldMk cId="0" sldId="312"/>
            <ac:spMk id="33" creationId="{00000000-0000-0000-0000-000000000000}"/>
          </ac:spMkLst>
        </pc:spChg>
        <pc:spChg chg="del mod">
          <ac:chgData name="Brian Dyer" userId="f4d252ae-ea01-4f62-a905-b25723068793" providerId="ADAL" clId="{0BFA18A6-AFB5-4F45-8743-B6B27D0BDAD2}" dt="2024-06-21T17:51:29.152" v="122" actId="478"/>
          <ac:spMkLst>
            <pc:docMk/>
            <pc:sldMk cId="0" sldId="312"/>
            <ac:spMk id="3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49:32.984" v="60" actId="20577"/>
          <ac:spMkLst>
            <pc:docMk/>
            <pc:sldMk cId="0" sldId="312"/>
            <ac:spMk id="43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1:59.352" v="130" actId="20577"/>
          <ac:spMkLst>
            <pc:docMk/>
            <pc:sldMk cId="0" sldId="312"/>
            <ac:spMk id="44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2:47.745" v="143" actId="20577"/>
          <ac:spMkLst>
            <pc:docMk/>
            <pc:sldMk cId="0" sldId="312"/>
            <ac:spMk id="45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3:07.293" v="146" actId="20577"/>
          <ac:spMkLst>
            <pc:docMk/>
            <pc:sldMk cId="0" sldId="312"/>
            <ac:spMk id="46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4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5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48:29.555" v="53" actId="20577"/>
          <ac:spMkLst>
            <pc:docMk/>
            <pc:sldMk cId="0" sldId="312"/>
            <ac:spMk id="58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0T19:50:34.411" v="57" actId="113"/>
          <ac:spMkLst>
            <pc:docMk/>
            <pc:sldMk cId="0" sldId="312"/>
            <ac:spMk id="59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7:58:49.896" v="155" actId="20577"/>
          <ac:spMkLst>
            <pc:docMk/>
            <pc:sldMk cId="0" sldId="312"/>
            <ac:spMk id="60" creationId="{00000000-0000-0000-0000-000000000000}"/>
          </ac:spMkLst>
        </pc:spChg>
        <pc:spChg chg="mod">
          <ac:chgData name="Brian Dyer" userId="f4d252ae-ea01-4f62-a905-b25723068793" providerId="ADAL" clId="{0BFA18A6-AFB5-4F45-8743-B6B27D0BDAD2}" dt="2024-06-21T18:19:14.183" v="328" actId="1038"/>
          <ac:spMkLst>
            <pc:docMk/>
            <pc:sldMk cId="0" sldId="312"/>
            <ac:spMk id="61" creationId="{00000000-0000-0000-0000-000000000000}"/>
          </ac:spMkLst>
        </pc:spChg>
        <pc:spChg chg="add mod">
          <ac:chgData name="Brian Dyer" userId="f4d252ae-ea01-4f62-a905-b25723068793" providerId="ADAL" clId="{0BFA18A6-AFB5-4F45-8743-B6B27D0BDAD2}" dt="2024-06-21T17:51:48.504" v="127" actId="20577"/>
          <ac:spMkLst>
            <pc:docMk/>
            <pc:sldMk cId="0" sldId="312"/>
            <ac:spMk id="63" creationId="{998887A8-59F6-D053-1D12-EF99F0EA80E9}"/>
          </ac:spMkLst>
        </pc:spChg>
        <pc:spChg chg="add mod">
          <ac:chgData name="Brian Dyer" userId="f4d252ae-ea01-4f62-a905-b25723068793" providerId="ADAL" clId="{0BFA18A6-AFB5-4F45-8743-B6B27D0BDAD2}" dt="2024-06-21T17:52:18.454" v="136" actId="20577"/>
          <ac:spMkLst>
            <pc:docMk/>
            <pc:sldMk cId="0" sldId="312"/>
            <ac:spMk id="64" creationId="{38128B8C-7740-16F5-89A2-85D01F44FE15}"/>
          </ac:spMkLst>
        </pc:spChg>
        <pc:spChg chg="add mod">
          <ac:chgData name="Brian Dyer" userId="f4d252ae-ea01-4f62-a905-b25723068793" providerId="ADAL" clId="{0BFA18A6-AFB5-4F45-8743-B6B27D0BDAD2}" dt="2024-06-21T17:53:14.929" v="152" actId="20577"/>
          <ac:spMkLst>
            <pc:docMk/>
            <pc:sldMk cId="0" sldId="312"/>
            <ac:spMk id="65" creationId="{86531022-5B6F-7A5E-9363-D8A88B94E1B9}"/>
          </ac:spMkLst>
        </pc:spChg>
        <pc:spChg chg="add mod">
          <ac:chgData name="Brian Dyer" userId="f4d252ae-ea01-4f62-a905-b25723068793" providerId="ADAL" clId="{0BFA18A6-AFB5-4F45-8743-B6B27D0BDAD2}" dt="2024-06-21T18:42:47.443" v="332" actId="6549"/>
          <ac:spMkLst>
            <pc:docMk/>
            <pc:sldMk cId="0" sldId="312"/>
            <ac:spMk id="66" creationId="{AE1CA827-5FF4-EC18-560D-7138905D957E}"/>
          </ac:spMkLst>
        </pc:spChg>
        <pc:spChg chg="add mod">
          <ac:chgData name="Brian Dyer" userId="f4d252ae-ea01-4f62-a905-b25723068793" providerId="ADAL" clId="{0BFA18A6-AFB5-4F45-8743-B6B27D0BDAD2}" dt="2024-06-21T18:42:55.675" v="336" actId="6549"/>
          <ac:spMkLst>
            <pc:docMk/>
            <pc:sldMk cId="0" sldId="312"/>
            <ac:spMk id="75" creationId="{929D8972-B388-EAE4-E06A-035AE1312F67}"/>
          </ac:spMkLst>
        </pc:spChg>
        <pc:spChg chg="add mod">
          <ac:chgData name="Brian Dyer" userId="f4d252ae-ea01-4f62-a905-b25723068793" providerId="ADAL" clId="{0BFA18A6-AFB5-4F45-8743-B6B27D0BDAD2}" dt="2024-06-21T18:43:14.196" v="340" actId="6549"/>
          <ac:spMkLst>
            <pc:docMk/>
            <pc:sldMk cId="0" sldId="312"/>
            <ac:spMk id="76" creationId="{A4C2FC7E-CF82-CC8A-8149-F4E0FFBB317F}"/>
          </ac:spMkLst>
        </pc:spChg>
        <pc:spChg chg="add mod">
          <ac:chgData name="Brian Dyer" userId="f4d252ae-ea01-4f62-a905-b25723068793" providerId="ADAL" clId="{0BFA18A6-AFB5-4F45-8743-B6B27D0BDAD2}" dt="2024-06-21T18:43:29.569" v="344" actId="20577"/>
          <ac:spMkLst>
            <pc:docMk/>
            <pc:sldMk cId="0" sldId="312"/>
            <ac:spMk id="77" creationId="{E6A9238F-8536-5291-4A09-8B5A0AFCFC56}"/>
          </ac:spMkLst>
        </pc:sp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7" creationId="{30466100-91AF-6179-1454-E5874B6E4C3F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8" creationId="{2EDA4F7C-0AE2-FA3E-E75F-89988AFFA2CB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69" creationId="{5F88C644-3114-A8F3-0C20-5E5F94C82CD4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0" creationId="{0AD9EDAE-39B5-BAC7-3995-FF41AFB578E0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1" creationId="{2740D86A-7530-CEE2-0C97-9B754389017D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2" creationId="{7DE99CC2-EC7A-8D80-B7F8-5395C3696092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3" creationId="{2F40AD88-DE62-CB13-BCDF-CCBED7E65C47}"/>
          </ac:cxnSpMkLst>
        </pc:cxnChg>
        <pc:cxnChg chg="add mod">
          <ac:chgData name="Brian Dyer" userId="f4d252ae-ea01-4f62-a905-b25723068793" providerId="ADAL" clId="{0BFA18A6-AFB5-4F45-8743-B6B27D0BDAD2}" dt="2024-06-21T18:18:43.556" v="267" actId="1035"/>
          <ac:cxnSpMkLst>
            <pc:docMk/>
            <pc:sldMk cId="0" sldId="312"/>
            <ac:cxnSpMk id="74" creationId="{C2AE89CF-0D66-C5A5-E3A5-419F27D7A60A}"/>
          </ac:cxnSpMkLst>
        </pc:cxnChg>
      </pc:sldChg>
    </pc:docChg>
  </pc:docChgLst>
  <pc:docChgLst>
    <pc:chgData name="Brian Dyer" userId="f4d252ae-ea01-4f62-a905-b25723068793" providerId="ADAL" clId="{3ACE72C0-39DE-4001-B359-FE405A7C5CCE}"/>
    <pc:docChg chg="undo redo custSel delSld modSld">
      <pc:chgData name="Brian Dyer" userId="f4d252ae-ea01-4f62-a905-b25723068793" providerId="ADAL" clId="{3ACE72C0-39DE-4001-B359-FE405A7C5CCE}" dt="2024-07-10T13:30:07.402" v="932" actId="47"/>
      <pc:docMkLst>
        <pc:docMk/>
      </pc:docMkLst>
      <pc:sldChg chg="modSp mod">
        <pc:chgData name="Brian Dyer" userId="f4d252ae-ea01-4f62-a905-b25723068793" providerId="ADAL" clId="{3ACE72C0-39DE-4001-B359-FE405A7C5CCE}" dt="2024-07-02T18:58:22.676" v="925" actId="20577"/>
        <pc:sldMkLst>
          <pc:docMk/>
          <pc:sldMk cId="0" sldId="312"/>
        </pc:sldMkLst>
        <pc:spChg chg="mod">
          <ac:chgData name="Brian Dyer" userId="f4d252ae-ea01-4f62-a905-b25723068793" providerId="ADAL" clId="{3ACE72C0-39DE-4001-B359-FE405A7C5CCE}" dt="2024-07-02T18:58:15.931" v="919" actId="6549"/>
          <ac:spMkLst>
            <pc:docMk/>
            <pc:sldMk cId="0" sldId="312"/>
            <ac:spMk id="4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8:22.676" v="925" actId="20577"/>
          <ac:spMkLst>
            <pc:docMk/>
            <pc:sldMk cId="0" sldId="312"/>
            <ac:spMk id="66" creationId="{AE1CA827-5FF4-EC18-560D-7138905D957E}"/>
          </ac:spMkLst>
        </pc:spChg>
      </pc:sldChg>
      <pc:sldChg chg="modSp del mod">
        <pc:chgData name="Brian Dyer" userId="f4d252ae-ea01-4f62-a905-b25723068793" providerId="ADAL" clId="{3ACE72C0-39DE-4001-B359-FE405A7C5CCE}" dt="2024-07-10T13:30:07.402" v="932" actId="47"/>
        <pc:sldMkLst>
          <pc:docMk/>
          <pc:sldMk cId="0" sldId="313"/>
        </pc:sldMkLst>
        <pc:spChg chg="mod">
          <ac:chgData name="Brian Dyer" userId="f4d252ae-ea01-4f62-a905-b25723068793" providerId="ADAL" clId="{3ACE72C0-39DE-4001-B359-FE405A7C5CCE}" dt="2024-06-27T17:08:30.162" v="50" actId="20577"/>
          <ac:spMkLst>
            <pc:docMk/>
            <pc:sldMk cId="0" sldId="313"/>
            <ac:spMk id="1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29.429" v="9" actId="20577"/>
          <ac:spMkLst>
            <pc:docMk/>
            <pc:sldMk cId="0" sldId="313"/>
            <ac:spMk id="2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35.078" v="13" actId="20577"/>
          <ac:spMkLst>
            <pc:docMk/>
            <pc:sldMk cId="0" sldId="313"/>
            <ac:spMk id="21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43.676" v="19" actId="20577"/>
          <ac:spMkLst>
            <pc:docMk/>
            <pc:sldMk cId="0" sldId="313"/>
            <ac:spMk id="2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48.589" v="23" actId="20577"/>
          <ac:spMkLst>
            <pc:docMk/>
            <pc:sldMk cId="0" sldId="313"/>
            <ac:spMk id="23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27:04.050" v="803" actId="20577"/>
          <ac:spMkLst>
            <pc:docMk/>
            <pc:sldMk cId="0" sldId="313"/>
            <ac:spMk id="2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4:34.582" v="29" actId="20577"/>
          <ac:spMkLst>
            <pc:docMk/>
            <pc:sldMk cId="0" sldId="313"/>
            <ac:spMk id="3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2:55.091" v="810" actId="20577"/>
          <ac:spMkLst>
            <pc:docMk/>
            <pc:sldMk cId="0" sldId="313"/>
            <ac:spMk id="6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41.072" v="816" actId="20577"/>
          <ac:spMkLst>
            <pc:docMk/>
            <pc:sldMk cId="0" sldId="313"/>
            <ac:spMk id="6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59.419" v="820" actId="20577"/>
          <ac:spMkLst>
            <pc:docMk/>
            <pc:sldMk cId="0" sldId="313"/>
            <ac:spMk id="6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1:19.075" v="844" actId="20577"/>
          <ac:spMkLst>
            <pc:docMk/>
            <pc:sldMk cId="0" sldId="313"/>
            <ac:spMk id="7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2:25.227" v="903" actId="1035"/>
          <ac:spMkLst>
            <pc:docMk/>
            <pc:sldMk cId="0" sldId="313"/>
            <ac:spMk id="7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3:26.952" v="885" actId="20577"/>
          <ac:spMkLst>
            <pc:docMk/>
            <pc:sldMk cId="0" sldId="313"/>
            <ac:spMk id="8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21:49:50.324" v="793" actId="113"/>
          <ac:spMkLst>
            <pc:docMk/>
            <pc:sldMk cId="0" sldId="313"/>
            <ac:spMk id="81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8:15:50.266" v="79" actId="20577"/>
          <ac:spMkLst>
            <pc:docMk/>
            <pc:sldMk cId="0" sldId="313"/>
            <ac:spMk id="8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2:09.041" v="806" actId="113"/>
          <ac:spMkLst>
            <pc:docMk/>
            <pc:sldMk cId="0" sldId="313"/>
            <ac:spMk id="8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3:43.755" v="812" actId="6549"/>
          <ac:spMkLst>
            <pc:docMk/>
            <pc:sldMk cId="0" sldId="313"/>
            <ac:spMk id="8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5:21.082" v="814" actId="6549"/>
          <ac:spMkLst>
            <pc:docMk/>
            <pc:sldMk cId="0" sldId="313"/>
            <ac:spMk id="8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8:31.729" v="834" actId="20577"/>
          <ac:spMkLst>
            <pc:docMk/>
            <pc:sldMk cId="0" sldId="313"/>
            <ac:spMk id="9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1:02.124" v="842" actId="20577"/>
          <ac:spMkLst>
            <pc:docMk/>
            <pc:sldMk cId="0" sldId="313"/>
            <ac:spMk id="10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42:04.627" v="848" actId="20577"/>
          <ac:spMkLst>
            <pc:docMk/>
            <pc:sldMk cId="0" sldId="313"/>
            <ac:spMk id="10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8:26.261" v="927" actId="20577"/>
          <ac:spMkLst>
            <pc:docMk/>
            <pc:sldMk cId="0" sldId="313"/>
            <ac:spMk id="10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21:24:58.975" v="788" actId="113"/>
          <ac:spMkLst>
            <pc:docMk/>
            <pc:sldMk cId="0" sldId="313"/>
            <ac:spMk id="10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6:24:57.859" v="797" actId="113"/>
          <ac:spMkLst>
            <pc:docMk/>
            <pc:sldMk cId="0" sldId="313"/>
            <ac:spMk id="119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6:25:13.242" v="801" actId="113"/>
          <ac:spMkLst>
            <pc:docMk/>
            <pc:sldMk cId="0" sldId="313"/>
            <ac:spMk id="12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9:14.720" v="930" actId="20577"/>
          <ac:spMkLst>
            <pc:docMk/>
            <pc:sldMk cId="0" sldId="313"/>
            <ac:spMk id="12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9:26.175" v="931" actId="20577"/>
          <ac:spMkLst>
            <pc:docMk/>
            <pc:sldMk cId="0" sldId="313"/>
            <ac:spMk id="12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28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3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32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6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67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70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6-27T14:31:22.285" v="5" actId="20577"/>
          <ac:spMkLst>
            <pc:docMk/>
            <pc:sldMk cId="0" sldId="313"/>
            <ac:spMk id="193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39:32.234" v="840" actId="20577"/>
          <ac:spMkLst>
            <pc:docMk/>
            <pc:sldMk cId="0" sldId="313"/>
            <ac:spMk id="194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2T18:54:50.656" v="908" actId="20577"/>
          <ac:spMkLst>
            <pc:docMk/>
            <pc:sldMk cId="0" sldId="313"/>
            <ac:spMk id="195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96" creationId="{00000000-0000-0000-0000-000000000000}"/>
          </ac:spMkLst>
        </pc:spChg>
        <pc:spChg chg="mod">
          <ac:chgData name="Brian Dyer" userId="f4d252ae-ea01-4f62-a905-b25723068793" providerId="ADAL" clId="{3ACE72C0-39DE-4001-B359-FE405A7C5CCE}" dt="2024-07-01T18:52:34.960" v="686" actId="1035"/>
          <ac:spMkLst>
            <pc:docMk/>
            <pc:sldMk cId="0" sldId="313"/>
            <ac:spMk id="197" creationId="{00000000-0000-0000-0000-000000000000}"/>
          </ac:spMkLst>
        </pc:sp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8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21:23:58.796" v="771" actId="1076"/>
          <ac:cxnSpMkLst>
            <pc:docMk/>
            <pc:sldMk cId="0" sldId="313"/>
            <ac:cxnSpMk id="9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3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5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7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9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0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0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1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2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37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4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4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5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6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69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71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17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88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21:23:58.796" v="771" actId="1076"/>
          <ac:cxnSpMkLst>
            <pc:docMk/>
            <pc:sldMk cId="0" sldId="313"/>
            <ac:cxnSpMk id="290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92" creationId="{00000000-0000-0000-0000-000000000000}"/>
          </ac:cxnSpMkLst>
        </pc:cxnChg>
        <pc:cxnChg chg="mod">
          <ac:chgData name="Brian Dyer" userId="f4d252ae-ea01-4f62-a905-b25723068793" providerId="ADAL" clId="{3ACE72C0-39DE-4001-B359-FE405A7C5CCE}" dt="2024-07-01T18:52:34.960" v="686" actId="1035"/>
          <ac:cxnSpMkLst>
            <pc:docMk/>
            <pc:sldMk cId="0" sldId="313"/>
            <ac:cxnSpMk id="294" creationId="{00000000-0000-0000-0000-000000000000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3C3DF-90A7-4942-B350-BDBE77F37567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9E2798-6523-4183-B3F6-002CAFAF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4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5BE1B0-A9AF-41A9-89BB-5A40073781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719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15E60-3424-5CC3-CFF6-523EEB57E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42749-9FAA-3E35-9110-DDB787BC65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D6872-20D0-3106-C53A-AFC8C3998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2CF7E-B84F-837C-0259-0D356EF1F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DB10C-E22B-625D-6BDD-D14DCE8E5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069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0E0B-B2B1-9CF6-7674-7F26612A0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842E6-FFE1-C35B-E78B-603FB8CA0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04415-6CC4-7DA3-820B-A2ED43835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B1703-5B68-8F07-ADA6-59092D2A2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9AD46-BA4C-229B-057C-AC104BE5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B9-4AF8-686B-78AF-FC8C08591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D5135-643C-7612-C8C2-DC5331F83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66042-E920-06E3-5B13-39C2BA84D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AE866-7422-744D-E547-1F7D666A5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DAA6-98CD-BDDF-D9A3-95EA2F67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9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800F-7416-007B-F823-627B23083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E00A3-B556-5BF5-46BC-C696584CA3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EA638-9726-BE9A-A56E-1610BDE04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9E780-DFBC-5A6F-A2F6-DF651D15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43EF1-937C-6E94-8AE9-2D09955F8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D1336-D110-1C21-8D32-49E5B6AF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975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FE582-4E07-EFF1-F59D-29335E54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1EA8D-F321-7C67-285A-DBFB11FB5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41F9BC-F981-17D7-B1B6-02EC8DA65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CBB67E-9279-3C59-BF26-5D9576E61E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F017C2-1507-CB90-B439-718F1F4270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075676-3F65-BCFB-D2AF-57DBBA470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11DF1D-33C7-FA28-6953-5BBF63791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3043D5-8769-ED3C-7232-FC3AEFA96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27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4205E-C90D-5746-AC95-698FD9D0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5B601F-EAB4-6E61-AFD1-D85AAAD7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A62C15-BC6C-62D0-E396-996038D13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D979C-204B-E09D-1232-C08DA83B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8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AF467D-9F15-48BE-5268-71DD15EC2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D13D72-3584-0263-7240-1180DDE44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6DBB8-A486-313E-CC00-CE981770D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627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796-67D4-390F-DDD5-CD4DE946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1B394-66A0-736D-73BC-733F5459F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D8A2C1-E504-706A-0D4E-D6559FB6B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845132-D4F2-FCAD-7170-374B9A780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BE6270-5DAC-DB6D-B481-BB1D6796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9DA86-3660-200C-AC2C-B8722B03A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15527-FFF4-C90C-BEC5-B6E89AFA2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7EED64-C9A5-85DF-7275-2AAF3E19DD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6B788E-702B-BD3C-A471-060E49703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C52E19-9FFD-DB10-2E63-0F18102D8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3A803-B96A-C4D1-C472-A299762C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02127-18DC-E909-5828-BDF21BDF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5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5299-BA04-F9E8-6FB5-5603AA7BD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7CF9D-05AE-47C0-1BDC-61F7A0B3F5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4661F-4578-B91D-E902-1363F4BF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49BDD-E24B-B89C-4EB9-D7D3E7875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D7DD9-4F53-3023-FA9D-626E6582F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800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87AC34-9D89-3DEF-7580-C7EF918A1B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7B501-6051-B0CF-52DF-27079BA7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C69C2-3562-CA1A-3C5E-DF4F7F98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4CE51-AEF0-24AF-485C-2D01FB4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A5CD0-8911-8234-D0ED-D9A733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541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7A2E3-3F48-2D70-9D19-0319F6C1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6B39B-6996-0BB0-3008-99D897E6F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7C364-764C-92C8-E0D9-51A977185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DAD30-098A-49B4-906E-BBA6E88BA519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D552-CABE-3DD4-F3CC-1B2133F21C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294E0-9722-1226-5DF7-7786EC9A51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76F2C3-AE8D-4B24-9678-8CF0D29E86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4981" y="456511"/>
            <a:ext cx="3354549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 Unions </a:t>
            </a:r>
            <a:r>
              <a:rPr lang="en-US" sz="1200" dirty="0"/>
              <a:t>in the Gaibandha district (75 sectors) selected for study area (9691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4982" y="1074179"/>
            <a:ext cx="3354548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689 women </a:t>
            </a:r>
            <a:r>
              <a:rPr lang="en-US" sz="1200" dirty="0"/>
              <a:t>eligible for WRA 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099" y="23522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NPNL women enrolled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9489" y="2351854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46</a:t>
            </a:r>
            <a:r>
              <a:rPr lang="en-US" sz="1200" dirty="0"/>
              <a:t> NPNL women enrolled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2806" y="235199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47</a:t>
            </a:r>
            <a:r>
              <a:rPr lang="en-US" sz="1200" dirty="0"/>
              <a:t> NPNL women enrolled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4442" y="234521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NPNL women enrolled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83" y="3794110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38</a:t>
            </a:r>
            <a:r>
              <a:rPr lang="en-US" sz="1200" dirty="0"/>
              <a:t> started supplementation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261" y="2731604"/>
            <a:ext cx="1475061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</a:t>
            </a:r>
            <a:r>
              <a:rPr lang="en-US" sz="1200" dirty="0"/>
              <a:t> Discontinued</a:t>
            </a:r>
          </a:p>
          <a:p>
            <a:r>
              <a:rPr lang="en-US" sz="1200" b="1" dirty="0"/>
              <a:t>2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273606" y="2725126"/>
            <a:ext cx="1534540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1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137945" y="2721518"/>
            <a:ext cx="1548179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4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989583" y="2721321"/>
            <a:ext cx="1520548" cy="646331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0 </a:t>
            </a:r>
            <a:r>
              <a:rPr lang="en-US" sz="1200" dirty="0"/>
              <a:t>Discontinued</a:t>
            </a:r>
          </a:p>
          <a:p>
            <a:r>
              <a:rPr lang="en-US" sz="1200" b="1" dirty="0"/>
              <a:t>0 </a:t>
            </a:r>
            <a:r>
              <a:rPr lang="en-US" sz="1200" dirty="0"/>
              <a:t>Supplementation visit pending</a:t>
            </a:r>
            <a:endParaRPr lang="en-US" sz="1200" b="1" dirty="0"/>
          </a:p>
        </p:txBody>
      </p: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 flipH="1">
            <a:off x="1208118" y="2629275"/>
            <a:ext cx="5316" cy="116483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2"/>
            <a:endCxn id="28" idx="0"/>
          </p:cNvCxnSpPr>
          <p:nvPr/>
        </p:nvCxnSpPr>
        <p:spPr>
          <a:xfrm flipH="1">
            <a:off x="4078507" y="2628853"/>
            <a:ext cx="5317" cy="115617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2"/>
            <a:endCxn id="29" idx="0"/>
          </p:cNvCxnSpPr>
          <p:nvPr/>
        </p:nvCxnSpPr>
        <p:spPr>
          <a:xfrm flipH="1">
            <a:off x="6941825" y="2628992"/>
            <a:ext cx="5316" cy="115243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30" idx="0"/>
          </p:cNvCxnSpPr>
          <p:nvPr/>
        </p:nvCxnSpPr>
        <p:spPr>
          <a:xfrm flipH="1">
            <a:off x="9793461" y="2622216"/>
            <a:ext cx="5316" cy="116760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1205509" y="3098994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084941" y="3095738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6941825" y="3098711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9793461" y="3091935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3918628" y="1504420"/>
            <a:ext cx="3307254" cy="485537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183  </a:t>
            </a:r>
            <a:r>
              <a:rPr lang="en-US" sz="1200" dirty="0">
                <a:solidFill>
                  <a:schemeClr val="tx1"/>
                </a:solidFill>
              </a:rPr>
              <a:t>NPNL women consented and randomized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08487" y="210519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A</a:t>
            </a:r>
            <a:endParaRPr lang="en-US" sz="1200" dirty="0"/>
          </a:p>
        </p:txBody>
      </p:sp>
      <p:sp>
        <p:nvSpPr>
          <p:cNvPr id="25" name="TextBox 24"/>
          <p:cNvSpPr txBox="1"/>
          <p:nvPr/>
        </p:nvSpPr>
        <p:spPr>
          <a:xfrm>
            <a:off x="2651042" y="2080677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B</a:t>
            </a:r>
            <a:endParaRPr 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5857828" y="2097730"/>
            <a:ext cx="2177732" cy="274648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C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8426038" y="2095379"/>
            <a:ext cx="2834640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ARM D</a:t>
            </a:r>
            <a:endParaRPr 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2954172" y="378503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</a:t>
            </a:r>
            <a:r>
              <a:rPr lang="en-US" sz="1200" dirty="0"/>
              <a:t> started supplementation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17490" y="3781423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43 </a:t>
            </a:r>
            <a:r>
              <a:rPr lang="en-US" sz="1200" dirty="0"/>
              <a:t>started supplementation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9126" y="3789821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45</a:t>
            </a:r>
            <a:r>
              <a:rPr lang="en-US" sz="1200" dirty="0"/>
              <a:t> started supplementation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4625" y="4296198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18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cxnSp>
        <p:nvCxnSpPr>
          <p:cNvPr id="35" name="Straight Arrow Connector 34"/>
          <p:cNvCxnSpPr>
            <a:endCxn id="43" idx="0"/>
          </p:cNvCxnSpPr>
          <p:nvPr/>
        </p:nvCxnSpPr>
        <p:spPr>
          <a:xfrm flipH="1">
            <a:off x="1201383" y="4063210"/>
            <a:ext cx="5316" cy="8136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44" idx="0"/>
          </p:cNvCxnSpPr>
          <p:nvPr/>
        </p:nvCxnSpPr>
        <p:spPr>
          <a:xfrm flipH="1">
            <a:off x="4071772" y="4062788"/>
            <a:ext cx="5317" cy="8049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endCxn id="45" idx="0"/>
          </p:cNvCxnSpPr>
          <p:nvPr/>
        </p:nvCxnSpPr>
        <p:spPr>
          <a:xfrm flipH="1">
            <a:off x="6935090" y="4062927"/>
            <a:ext cx="5316" cy="8012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46" idx="0"/>
          </p:cNvCxnSpPr>
          <p:nvPr/>
        </p:nvCxnSpPr>
        <p:spPr>
          <a:xfrm flipH="1">
            <a:off x="9786726" y="4056151"/>
            <a:ext cx="5316" cy="8164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>
            <a:off x="1198774" y="4532929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4078206" y="4529673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6935090" y="4532646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9786726" y="4525870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048" y="4876855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19</a:t>
            </a:r>
            <a:r>
              <a:rPr lang="en-US" sz="1200" dirty="0"/>
              <a:t> mid-line visits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47437" y="486777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22</a:t>
            </a:r>
            <a:r>
              <a:rPr lang="en-US" sz="1200" dirty="0"/>
              <a:t> mid-line visits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0755" y="4864168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23 </a:t>
            </a:r>
            <a:r>
              <a:rPr lang="en-US" sz="1200" dirty="0"/>
              <a:t>mid-line visits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2391" y="4872566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24</a:t>
            </a:r>
            <a:r>
              <a:rPr lang="en-US" sz="1200" dirty="0"/>
              <a:t> mid-line visits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096" y="6000252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14</a:t>
            </a:r>
            <a:r>
              <a:rPr lang="en-US" sz="1200" dirty="0"/>
              <a:t> endline visits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38732" y="598930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15</a:t>
            </a:r>
            <a:r>
              <a:rPr lang="en-US" sz="1200" dirty="0"/>
              <a:t> endline visits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2050" y="5985699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 </a:t>
            </a:r>
            <a:r>
              <a:rPr lang="en-US" sz="1200" dirty="0"/>
              <a:t>endline visits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53686" y="5994097"/>
            <a:ext cx="2248669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17</a:t>
            </a:r>
            <a:r>
              <a:rPr lang="en-US" sz="1200" dirty="0"/>
              <a:t> endline visits</a:t>
            </a:r>
          </a:p>
        </p:txBody>
      </p:sp>
      <p:cxnSp>
        <p:nvCxnSpPr>
          <p:cNvPr id="51" name="Straight Connector 50"/>
          <p:cNvCxnSpPr>
            <a:stCxn id="4" idx="2"/>
            <a:endCxn id="5" idx="0"/>
          </p:cNvCxnSpPr>
          <p:nvPr/>
        </p:nvCxnSpPr>
        <p:spPr>
          <a:xfrm>
            <a:off x="5572256" y="918176"/>
            <a:ext cx="0" cy="15600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>
            <a:stCxn id="5" idx="2"/>
          </p:cNvCxnSpPr>
          <p:nvPr/>
        </p:nvCxnSpPr>
        <p:spPr>
          <a:xfrm flipH="1">
            <a:off x="5572255" y="1351178"/>
            <a:ext cx="1" cy="153242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23" idx="3"/>
          </p:cNvCxnSpPr>
          <p:nvPr/>
        </p:nvCxnSpPr>
        <p:spPr>
          <a:xfrm flipH="1">
            <a:off x="1925782" y="1918852"/>
            <a:ext cx="2477182" cy="4298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H="1">
            <a:off x="4757527" y="1977277"/>
            <a:ext cx="490008" cy="38013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5984848" y="1978807"/>
            <a:ext cx="434613" cy="368659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23" idx="5"/>
          </p:cNvCxnSpPr>
          <p:nvPr/>
        </p:nvCxnSpPr>
        <p:spPr>
          <a:xfrm>
            <a:off x="6741546" y="1918852"/>
            <a:ext cx="2331662" cy="414266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11431600" y="2085150"/>
            <a:ext cx="829564" cy="276999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TOTAL</a:t>
            </a:r>
            <a:endParaRPr 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11631566" y="2332071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183</a:t>
            </a:r>
            <a:endParaRPr lang="en-US" sz="1200" dirty="0"/>
          </a:p>
        </p:txBody>
      </p:sp>
      <p:sp>
        <p:nvSpPr>
          <p:cNvPr id="59" name="TextBox 58"/>
          <p:cNvSpPr txBox="1"/>
          <p:nvPr/>
        </p:nvSpPr>
        <p:spPr>
          <a:xfrm>
            <a:off x="11643445" y="3783780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169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643445" y="4862235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88</a:t>
            </a:r>
            <a:endParaRPr lang="en-US" sz="1200" dirty="0"/>
          </a:p>
        </p:txBody>
      </p:sp>
      <p:sp>
        <p:nvSpPr>
          <p:cNvPr id="61" name="TextBox 60"/>
          <p:cNvSpPr txBox="1"/>
          <p:nvPr/>
        </p:nvSpPr>
        <p:spPr>
          <a:xfrm>
            <a:off x="11637349" y="5969797"/>
            <a:ext cx="457200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63</a:t>
            </a:r>
            <a:endParaRPr lang="en-US" sz="1200" dirty="0"/>
          </a:p>
        </p:txBody>
      </p:sp>
      <p:sp>
        <p:nvSpPr>
          <p:cNvPr id="62" name="Title 1"/>
          <p:cNvSpPr txBox="1"/>
          <p:nvPr/>
        </p:nvSpPr>
        <p:spPr bwMode="auto">
          <a:xfrm>
            <a:off x="408374" y="368782"/>
            <a:ext cx="2060909" cy="10704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defRPr>
            </a:lvl9pPr>
          </a:lstStyle>
          <a:p>
            <a:r>
              <a:rPr lang="en-GB" sz="3200" b="0" kern="0" dirty="0">
                <a:solidFill>
                  <a:schemeClr val="accent1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WRA Trial Consort</a:t>
            </a:r>
            <a:endParaRPr lang="en-US" sz="3200" kern="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8887A8-59F6-D053-1D12-EF99F0EA80E9}"/>
              </a:ext>
            </a:extLst>
          </p:cNvPr>
          <p:cNvSpPr txBox="1"/>
          <p:nvPr/>
        </p:nvSpPr>
        <p:spPr>
          <a:xfrm>
            <a:off x="4288544" y="4296198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1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128B8C-7740-16F5-89A2-85D01F44FE15}"/>
              </a:ext>
            </a:extLst>
          </p:cNvPr>
          <p:cNvSpPr txBox="1"/>
          <p:nvPr/>
        </p:nvSpPr>
        <p:spPr>
          <a:xfrm>
            <a:off x="7153596" y="4307594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20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531022-5B6F-7A5E-9363-D8A88B94E1B9}"/>
              </a:ext>
            </a:extLst>
          </p:cNvPr>
          <p:cNvSpPr txBox="1"/>
          <p:nvPr/>
        </p:nvSpPr>
        <p:spPr>
          <a:xfrm>
            <a:off x="9989478" y="4305248"/>
            <a:ext cx="1753981" cy="46166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21 </a:t>
            </a:r>
            <a:r>
              <a:rPr lang="en-US" sz="1200" dirty="0"/>
              <a:t>Under follow-up</a:t>
            </a:r>
          </a:p>
          <a:p>
            <a:r>
              <a:rPr lang="en-US" sz="1200" b="1" dirty="0"/>
              <a:t>0 </a:t>
            </a:r>
            <a:r>
              <a:rPr lang="en-US" sz="1200" dirty="0"/>
              <a:t>refused midline visit</a:t>
            </a:r>
            <a:endParaRPr lang="en-US" sz="12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E1CA827-5FF4-EC18-560D-7138905D957E}"/>
              </a:ext>
            </a:extLst>
          </p:cNvPr>
          <p:cNvSpPr txBox="1"/>
          <p:nvPr/>
        </p:nvSpPr>
        <p:spPr>
          <a:xfrm>
            <a:off x="1402433" y="5411766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5 </a:t>
            </a:r>
            <a:r>
              <a:rPr lang="en-US" sz="1200" dirty="0"/>
              <a:t>Under follow-up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0466100-91AF-6179-1454-E5874B6E4C3F}"/>
              </a:ext>
            </a:extLst>
          </p:cNvPr>
          <p:cNvCxnSpPr/>
          <p:nvPr/>
        </p:nvCxnSpPr>
        <p:spPr>
          <a:xfrm flipH="1">
            <a:off x="1189191" y="5178778"/>
            <a:ext cx="5316" cy="81364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EDA4F7C-0AE2-FA3E-E75F-89988AFFA2CB}"/>
              </a:ext>
            </a:extLst>
          </p:cNvPr>
          <p:cNvCxnSpPr/>
          <p:nvPr/>
        </p:nvCxnSpPr>
        <p:spPr>
          <a:xfrm flipH="1">
            <a:off x="4059580" y="5178356"/>
            <a:ext cx="5317" cy="804988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F88C644-3114-A8F3-0C20-5E5F94C82CD4}"/>
              </a:ext>
            </a:extLst>
          </p:cNvPr>
          <p:cNvCxnSpPr/>
          <p:nvPr/>
        </p:nvCxnSpPr>
        <p:spPr>
          <a:xfrm flipH="1">
            <a:off x="6922898" y="5178495"/>
            <a:ext cx="5316" cy="801241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AD9EDAE-39B5-BAC7-3995-FF41AFB578E0}"/>
              </a:ext>
            </a:extLst>
          </p:cNvPr>
          <p:cNvCxnSpPr/>
          <p:nvPr/>
        </p:nvCxnSpPr>
        <p:spPr>
          <a:xfrm flipH="1">
            <a:off x="9774534" y="5171719"/>
            <a:ext cx="5316" cy="816415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740D86A-7530-CEE2-0C97-9B754389017D}"/>
              </a:ext>
            </a:extLst>
          </p:cNvPr>
          <p:cNvCxnSpPr/>
          <p:nvPr/>
        </p:nvCxnSpPr>
        <p:spPr>
          <a:xfrm>
            <a:off x="1186582" y="5648497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DE99CC2-EC7A-8D80-B7F8-5395C3696092}"/>
              </a:ext>
            </a:extLst>
          </p:cNvPr>
          <p:cNvCxnSpPr/>
          <p:nvPr/>
        </p:nvCxnSpPr>
        <p:spPr>
          <a:xfrm>
            <a:off x="4066014" y="5645241"/>
            <a:ext cx="189584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F40AD88-DE62-CB13-BCDF-CCBED7E65C47}"/>
              </a:ext>
            </a:extLst>
          </p:cNvPr>
          <p:cNvCxnSpPr/>
          <p:nvPr/>
        </p:nvCxnSpPr>
        <p:spPr>
          <a:xfrm>
            <a:off x="6922898" y="5648214"/>
            <a:ext cx="19601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2AE89CF-0D66-C5A5-E3A5-419F27D7A60A}"/>
              </a:ext>
            </a:extLst>
          </p:cNvPr>
          <p:cNvCxnSpPr/>
          <p:nvPr/>
        </p:nvCxnSpPr>
        <p:spPr>
          <a:xfrm>
            <a:off x="9774534" y="5641438"/>
            <a:ext cx="19601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929D8972-B388-EAE4-E06A-035AE1312F67}"/>
              </a:ext>
            </a:extLst>
          </p:cNvPr>
          <p:cNvSpPr txBox="1"/>
          <p:nvPr/>
        </p:nvSpPr>
        <p:spPr>
          <a:xfrm>
            <a:off x="4276352" y="5411766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7 </a:t>
            </a:r>
            <a:r>
              <a:rPr lang="en-US" sz="1200" dirty="0"/>
              <a:t>Under follow-up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4C2FC7E-CF82-CC8A-8149-F4E0FFBB317F}"/>
              </a:ext>
            </a:extLst>
          </p:cNvPr>
          <p:cNvSpPr txBox="1"/>
          <p:nvPr/>
        </p:nvSpPr>
        <p:spPr>
          <a:xfrm>
            <a:off x="7141404" y="5423162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6 </a:t>
            </a:r>
            <a:r>
              <a:rPr lang="en-US" sz="1200" dirty="0"/>
              <a:t>Under follow-up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A9238F-8536-5291-4A09-8B5A0AFCFC56}"/>
              </a:ext>
            </a:extLst>
          </p:cNvPr>
          <p:cNvSpPr txBox="1"/>
          <p:nvPr/>
        </p:nvSpPr>
        <p:spPr>
          <a:xfrm>
            <a:off x="9977286" y="5420816"/>
            <a:ext cx="1753981" cy="27699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/>
              <a:t>7 </a:t>
            </a:r>
            <a:r>
              <a:rPr lang="en-US" sz="1200"/>
              <a:t>Under follow-up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4986</TotalTime>
  <Words>163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Tahoma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Eleonor Zavala</dc:creator>
  <cp:lastModifiedBy>Brian Dyer</cp:lastModifiedBy>
  <cp:revision>1</cp:revision>
  <dcterms:created xsi:type="dcterms:W3CDTF">2024-04-26T15:51:54Z</dcterms:created>
  <dcterms:modified xsi:type="dcterms:W3CDTF">2024-07-10T13:30:08Z</dcterms:modified>
</cp:coreProperties>
</file>