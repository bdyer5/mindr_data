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125" d="100"/>
          <a:sy n="125" d="100"/>
        </p:scale>
        <p:origin x="-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yer" userId="f4d252ae-ea01-4f62-a905-b25723068793" providerId="ADAL" clId="{B6A1C10A-80F9-43BE-87C9-843B98BC5B8B}"/>
    <pc:docChg chg="undo redo custSel modSld">
      <pc:chgData name="Brian Dyer" userId="f4d252ae-ea01-4f62-a905-b25723068793" providerId="ADAL" clId="{B6A1C10A-80F9-43BE-87C9-843B98BC5B8B}" dt="2024-11-19T14:53:17.833" v="891" actId="20577"/>
      <pc:docMkLst>
        <pc:docMk/>
      </pc:docMkLst>
      <pc:sldChg chg="modSp mod">
        <pc:chgData name="Brian Dyer" userId="f4d252ae-ea01-4f62-a905-b25723068793" providerId="ADAL" clId="{B6A1C10A-80F9-43BE-87C9-843B98BC5B8B}" dt="2024-11-19T14:53:17.833" v="891" actId="20577"/>
        <pc:sldMkLst>
          <pc:docMk/>
          <pc:sldMk cId="0" sldId="312"/>
        </pc:sldMkLst>
        <pc:spChg chg="mod">
          <ac:chgData name="Brian Dyer" userId="f4d252ae-ea01-4f62-a905-b25723068793" providerId="ADAL" clId="{B6A1C10A-80F9-43BE-87C9-843B98BC5B8B}" dt="2024-11-08T00:18:10.309" v="6"/>
          <ac:spMkLst>
            <pc:docMk/>
            <pc:sldMk cId="0" sldId="312"/>
            <ac:spMk id="5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08T00:11:20.579" v="0"/>
          <ac:spMkLst>
            <pc:docMk/>
            <pc:sldMk cId="0" sldId="312"/>
            <ac:spMk id="6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08T00:11:28.587" v="1"/>
          <ac:spMkLst>
            <pc:docMk/>
            <pc:sldMk cId="0" sldId="312"/>
            <ac:spMk id="7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08T00:11:39.049" v="2"/>
          <ac:spMkLst>
            <pc:docMk/>
            <pc:sldMk cId="0" sldId="312"/>
            <ac:spMk id="8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08T00:11:47.417" v="3"/>
          <ac:spMkLst>
            <pc:docMk/>
            <pc:sldMk cId="0" sldId="312"/>
            <ac:spMk id="9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19:31.376" v="844" actId="1035"/>
          <ac:spMkLst>
            <pc:docMk/>
            <pc:sldMk cId="0" sldId="312"/>
            <ac:spMk id="10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08T00:25:08.995" v="13" actId="20577"/>
          <ac:spMkLst>
            <pc:docMk/>
            <pc:sldMk cId="0" sldId="312"/>
            <ac:spMk id="11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08T00:32:09.833" v="14" actId="20577"/>
          <ac:spMkLst>
            <pc:docMk/>
            <pc:sldMk cId="0" sldId="312"/>
            <ac:spMk id="12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08T00:35:10.350" v="15"/>
          <ac:spMkLst>
            <pc:docMk/>
            <pc:sldMk cId="0" sldId="312"/>
            <ac:spMk id="13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08T00:35:36.010" v="17" actId="20577"/>
          <ac:spMkLst>
            <pc:docMk/>
            <pc:sldMk cId="0" sldId="312"/>
            <ac:spMk id="14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08T00:14:02.214" v="5"/>
          <ac:spMkLst>
            <pc:docMk/>
            <pc:sldMk cId="0" sldId="312"/>
            <ac:spMk id="23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19:31.376" v="844" actId="1035"/>
          <ac:spMkLst>
            <pc:docMk/>
            <pc:sldMk cId="0" sldId="312"/>
            <ac:spMk id="28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19:31.376" v="844" actId="1035"/>
          <ac:spMkLst>
            <pc:docMk/>
            <pc:sldMk cId="0" sldId="312"/>
            <ac:spMk id="29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20:20.672" v="877" actId="1037"/>
          <ac:spMkLst>
            <pc:docMk/>
            <pc:sldMk cId="0" sldId="312"/>
            <ac:spMk id="30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19:47.486" v="867" actId="1036"/>
          <ac:spMkLst>
            <pc:docMk/>
            <pc:sldMk cId="0" sldId="312"/>
            <ac:spMk id="31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19:47.486" v="867" actId="1036"/>
          <ac:spMkLst>
            <pc:docMk/>
            <pc:sldMk cId="0" sldId="312"/>
            <ac:spMk id="43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19:47.486" v="867" actId="1036"/>
          <ac:spMkLst>
            <pc:docMk/>
            <pc:sldMk cId="0" sldId="312"/>
            <ac:spMk id="44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19:47.486" v="867" actId="1036"/>
          <ac:spMkLst>
            <pc:docMk/>
            <pc:sldMk cId="0" sldId="312"/>
            <ac:spMk id="45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20:29.076" v="878" actId="1038"/>
          <ac:spMkLst>
            <pc:docMk/>
            <pc:sldMk cId="0" sldId="312"/>
            <ac:spMk id="46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19:47.486" v="867" actId="1036"/>
          <ac:spMkLst>
            <pc:docMk/>
            <pc:sldMk cId="0" sldId="312"/>
            <ac:spMk id="47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19:47.486" v="867" actId="1036"/>
          <ac:spMkLst>
            <pc:docMk/>
            <pc:sldMk cId="0" sldId="312"/>
            <ac:spMk id="48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19:47.486" v="867" actId="1036"/>
          <ac:spMkLst>
            <pc:docMk/>
            <pc:sldMk cId="0" sldId="312"/>
            <ac:spMk id="49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19:47.486" v="867" actId="1036"/>
          <ac:spMkLst>
            <pc:docMk/>
            <pc:sldMk cId="0" sldId="312"/>
            <ac:spMk id="50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08T00:11:53.806" v="4"/>
          <ac:spMkLst>
            <pc:docMk/>
            <pc:sldMk cId="0" sldId="312"/>
            <ac:spMk id="58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19:31.376" v="844" actId="1035"/>
          <ac:spMkLst>
            <pc:docMk/>
            <pc:sldMk cId="0" sldId="312"/>
            <ac:spMk id="59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23:13.186" v="889" actId="20577"/>
          <ac:spMkLst>
            <pc:docMk/>
            <pc:sldMk cId="0" sldId="312"/>
            <ac:spMk id="60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19:47.486" v="867" actId="1036"/>
          <ac:spMkLst>
            <pc:docMk/>
            <pc:sldMk cId="0" sldId="312"/>
            <ac:spMk id="61" creationId="{00000000-0000-0000-0000-000000000000}"/>
          </ac:spMkLst>
        </pc:spChg>
        <pc:spChg chg="mod">
          <ac:chgData name="Brian Dyer" userId="f4d252ae-ea01-4f62-a905-b25723068793" providerId="ADAL" clId="{B6A1C10A-80F9-43BE-87C9-843B98BC5B8B}" dt="2024-11-18T22:19:47.486" v="867" actId="1036"/>
          <ac:spMkLst>
            <pc:docMk/>
            <pc:sldMk cId="0" sldId="312"/>
            <ac:spMk id="63" creationId="{998887A8-59F6-D053-1D12-EF99F0EA80E9}"/>
          </ac:spMkLst>
        </pc:spChg>
        <pc:spChg chg="mod">
          <ac:chgData name="Brian Dyer" userId="f4d252ae-ea01-4f62-a905-b25723068793" providerId="ADAL" clId="{B6A1C10A-80F9-43BE-87C9-843B98BC5B8B}" dt="2024-11-18T22:19:47.486" v="867" actId="1036"/>
          <ac:spMkLst>
            <pc:docMk/>
            <pc:sldMk cId="0" sldId="312"/>
            <ac:spMk id="64" creationId="{38128B8C-7740-16F5-89A2-85D01F44FE15}"/>
          </ac:spMkLst>
        </pc:spChg>
        <pc:spChg chg="mod">
          <ac:chgData name="Brian Dyer" userId="f4d252ae-ea01-4f62-a905-b25723068793" providerId="ADAL" clId="{B6A1C10A-80F9-43BE-87C9-843B98BC5B8B}" dt="2024-11-18T22:22:26.072" v="882" actId="20577"/>
          <ac:spMkLst>
            <pc:docMk/>
            <pc:sldMk cId="0" sldId="312"/>
            <ac:spMk id="65" creationId="{86531022-5B6F-7A5E-9363-D8A88B94E1B9}"/>
          </ac:spMkLst>
        </pc:spChg>
        <pc:spChg chg="mod">
          <ac:chgData name="Brian Dyer" userId="f4d252ae-ea01-4f62-a905-b25723068793" providerId="ADAL" clId="{B6A1C10A-80F9-43BE-87C9-843B98BC5B8B}" dt="2024-11-18T22:19:47.486" v="867" actId="1036"/>
          <ac:spMkLst>
            <pc:docMk/>
            <pc:sldMk cId="0" sldId="312"/>
            <ac:spMk id="66" creationId="{AE1CA827-5FF4-EC18-560D-7138905D957E}"/>
          </ac:spMkLst>
        </pc:spChg>
        <pc:spChg chg="mod">
          <ac:chgData name="Brian Dyer" userId="f4d252ae-ea01-4f62-a905-b25723068793" providerId="ADAL" clId="{B6A1C10A-80F9-43BE-87C9-843B98BC5B8B}" dt="2024-11-19T14:53:17.833" v="891" actId="20577"/>
          <ac:spMkLst>
            <pc:docMk/>
            <pc:sldMk cId="0" sldId="312"/>
            <ac:spMk id="75" creationId="{929D8972-B388-EAE4-E06A-035AE1312F67}"/>
          </ac:spMkLst>
        </pc:spChg>
        <pc:spChg chg="mod">
          <ac:chgData name="Brian Dyer" userId="f4d252ae-ea01-4f62-a905-b25723068793" providerId="ADAL" clId="{B6A1C10A-80F9-43BE-87C9-843B98BC5B8B}" dt="2024-11-18T22:19:47.486" v="867" actId="1036"/>
          <ac:spMkLst>
            <pc:docMk/>
            <pc:sldMk cId="0" sldId="312"/>
            <ac:spMk id="76" creationId="{A4C2FC7E-CF82-CC8A-8149-F4E0FFBB317F}"/>
          </ac:spMkLst>
        </pc:spChg>
        <pc:spChg chg="mod">
          <ac:chgData name="Brian Dyer" userId="f4d252ae-ea01-4f62-a905-b25723068793" providerId="ADAL" clId="{B6A1C10A-80F9-43BE-87C9-843B98BC5B8B}" dt="2024-11-18T22:19:47.486" v="867" actId="1036"/>
          <ac:spMkLst>
            <pc:docMk/>
            <pc:sldMk cId="0" sldId="312"/>
            <ac:spMk id="77" creationId="{E6A9238F-8536-5291-4A09-8B5A0AFCFC56}"/>
          </ac:spMkLst>
        </pc:spChg>
        <pc:cxnChg chg="mod">
          <ac:chgData name="Brian Dyer" userId="f4d252ae-ea01-4f62-a905-b25723068793" providerId="ADAL" clId="{B6A1C10A-80F9-43BE-87C9-843B98BC5B8B}" dt="2024-11-18T22:19:31.376" v="844" actId="1035"/>
          <ac:cxnSpMkLst>
            <pc:docMk/>
            <pc:sldMk cId="0" sldId="312"/>
            <ac:cxnSpMk id="15" creationId="{00000000-0000-0000-0000-000000000000}"/>
          </ac:cxnSpMkLst>
        </pc:cxnChg>
        <pc:cxnChg chg="mod">
          <ac:chgData name="Brian Dyer" userId="f4d252ae-ea01-4f62-a905-b25723068793" providerId="ADAL" clId="{B6A1C10A-80F9-43BE-87C9-843B98BC5B8B}" dt="2024-11-18T22:19:31.376" v="844" actId="1035"/>
          <ac:cxnSpMkLst>
            <pc:docMk/>
            <pc:sldMk cId="0" sldId="312"/>
            <ac:cxnSpMk id="16" creationId="{00000000-0000-0000-0000-000000000000}"/>
          </ac:cxnSpMkLst>
        </pc:cxnChg>
        <pc:cxnChg chg="mod">
          <ac:chgData name="Brian Dyer" userId="f4d252ae-ea01-4f62-a905-b25723068793" providerId="ADAL" clId="{B6A1C10A-80F9-43BE-87C9-843B98BC5B8B}" dt="2024-11-18T22:19:31.376" v="844" actId="1035"/>
          <ac:cxnSpMkLst>
            <pc:docMk/>
            <pc:sldMk cId="0" sldId="312"/>
            <ac:cxnSpMk id="17" creationId="{00000000-0000-0000-0000-000000000000}"/>
          </ac:cxnSpMkLst>
        </pc:cxnChg>
        <pc:cxnChg chg="mod">
          <ac:chgData name="Brian Dyer" userId="f4d252ae-ea01-4f62-a905-b25723068793" providerId="ADAL" clId="{B6A1C10A-80F9-43BE-87C9-843B98BC5B8B}" dt="2024-11-18T22:20:20.672" v="877" actId="1037"/>
          <ac:cxnSpMkLst>
            <pc:docMk/>
            <pc:sldMk cId="0" sldId="312"/>
            <ac:cxnSpMk id="18" creationId="{00000000-0000-0000-0000-000000000000}"/>
          </ac:cxnSpMkLst>
        </pc:cxnChg>
        <pc:cxnChg chg="mod">
          <ac:chgData name="Brian Dyer" userId="f4d252ae-ea01-4f62-a905-b25723068793" providerId="ADAL" clId="{B6A1C10A-80F9-43BE-87C9-843B98BC5B8B}" dt="2024-11-18T22:19:54.021" v="868" actId="14100"/>
          <ac:cxnSpMkLst>
            <pc:docMk/>
            <pc:sldMk cId="0" sldId="312"/>
            <ac:cxnSpMk id="35" creationId="{00000000-0000-0000-0000-000000000000}"/>
          </ac:cxnSpMkLst>
        </pc:cxnChg>
        <pc:cxnChg chg="mod">
          <ac:chgData name="Brian Dyer" userId="f4d252ae-ea01-4f62-a905-b25723068793" providerId="ADAL" clId="{B6A1C10A-80F9-43BE-87C9-843B98BC5B8B}" dt="2024-11-18T22:19:59.165" v="869" actId="14100"/>
          <ac:cxnSpMkLst>
            <pc:docMk/>
            <pc:sldMk cId="0" sldId="312"/>
            <ac:cxnSpMk id="36" creationId="{00000000-0000-0000-0000-000000000000}"/>
          </ac:cxnSpMkLst>
        </pc:cxnChg>
        <pc:cxnChg chg="mod">
          <ac:chgData name="Brian Dyer" userId="f4d252ae-ea01-4f62-a905-b25723068793" providerId="ADAL" clId="{B6A1C10A-80F9-43BE-87C9-843B98BC5B8B}" dt="2024-11-18T22:20:02.137" v="870" actId="14100"/>
          <ac:cxnSpMkLst>
            <pc:docMk/>
            <pc:sldMk cId="0" sldId="312"/>
            <ac:cxnSpMk id="37" creationId="{00000000-0000-0000-0000-000000000000}"/>
          </ac:cxnSpMkLst>
        </pc:cxnChg>
        <pc:cxnChg chg="mod">
          <ac:chgData name="Brian Dyer" userId="f4d252ae-ea01-4f62-a905-b25723068793" providerId="ADAL" clId="{B6A1C10A-80F9-43BE-87C9-843B98BC5B8B}" dt="2024-11-18T22:20:29.076" v="878" actId="1038"/>
          <ac:cxnSpMkLst>
            <pc:docMk/>
            <pc:sldMk cId="0" sldId="312"/>
            <ac:cxnSpMk id="38" creationId="{00000000-0000-0000-0000-000000000000}"/>
          </ac:cxnSpMkLst>
        </pc:cxnChg>
        <pc:cxnChg chg="mod">
          <ac:chgData name="Brian Dyer" userId="f4d252ae-ea01-4f62-a905-b25723068793" providerId="ADAL" clId="{B6A1C10A-80F9-43BE-87C9-843B98BC5B8B}" dt="2024-11-18T22:19:47.486" v="867" actId="1036"/>
          <ac:cxnSpMkLst>
            <pc:docMk/>
            <pc:sldMk cId="0" sldId="312"/>
            <ac:cxnSpMk id="39" creationId="{00000000-0000-0000-0000-000000000000}"/>
          </ac:cxnSpMkLst>
        </pc:cxnChg>
        <pc:cxnChg chg="mod">
          <ac:chgData name="Brian Dyer" userId="f4d252ae-ea01-4f62-a905-b25723068793" providerId="ADAL" clId="{B6A1C10A-80F9-43BE-87C9-843B98BC5B8B}" dt="2024-11-18T22:19:47.486" v="867" actId="1036"/>
          <ac:cxnSpMkLst>
            <pc:docMk/>
            <pc:sldMk cId="0" sldId="312"/>
            <ac:cxnSpMk id="40" creationId="{00000000-0000-0000-0000-000000000000}"/>
          </ac:cxnSpMkLst>
        </pc:cxnChg>
        <pc:cxnChg chg="mod">
          <ac:chgData name="Brian Dyer" userId="f4d252ae-ea01-4f62-a905-b25723068793" providerId="ADAL" clId="{B6A1C10A-80F9-43BE-87C9-843B98BC5B8B}" dt="2024-11-18T22:19:47.486" v="867" actId="1036"/>
          <ac:cxnSpMkLst>
            <pc:docMk/>
            <pc:sldMk cId="0" sldId="312"/>
            <ac:cxnSpMk id="41" creationId="{00000000-0000-0000-0000-000000000000}"/>
          </ac:cxnSpMkLst>
        </pc:cxnChg>
        <pc:cxnChg chg="mod">
          <ac:chgData name="Brian Dyer" userId="f4d252ae-ea01-4f62-a905-b25723068793" providerId="ADAL" clId="{B6A1C10A-80F9-43BE-87C9-843B98BC5B8B}" dt="2024-11-18T22:20:38.605" v="879" actId="14100"/>
          <ac:cxnSpMkLst>
            <pc:docMk/>
            <pc:sldMk cId="0" sldId="312"/>
            <ac:cxnSpMk id="42" creationId="{00000000-0000-0000-0000-000000000000}"/>
          </ac:cxnSpMkLst>
        </pc:cxnChg>
        <pc:cxnChg chg="mod">
          <ac:chgData name="Brian Dyer" userId="f4d252ae-ea01-4f62-a905-b25723068793" providerId="ADAL" clId="{B6A1C10A-80F9-43BE-87C9-843B98BC5B8B}" dt="2024-11-18T22:19:47.486" v="867" actId="1036"/>
          <ac:cxnSpMkLst>
            <pc:docMk/>
            <pc:sldMk cId="0" sldId="312"/>
            <ac:cxnSpMk id="67" creationId="{30466100-91AF-6179-1454-E5874B6E4C3F}"/>
          </ac:cxnSpMkLst>
        </pc:cxnChg>
        <pc:cxnChg chg="mod">
          <ac:chgData name="Brian Dyer" userId="f4d252ae-ea01-4f62-a905-b25723068793" providerId="ADAL" clId="{B6A1C10A-80F9-43BE-87C9-843B98BC5B8B}" dt="2024-11-18T22:19:47.486" v="867" actId="1036"/>
          <ac:cxnSpMkLst>
            <pc:docMk/>
            <pc:sldMk cId="0" sldId="312"/>
            <ac:cxnSpMk id="68" creationId="{2EDA4F7C-0AE2-FA3E-E75F-89988AFFA2CB}"/>
          </ac:cxnSpMkLst>
        </pc:cxnChg>
        <pc:cxnChg chg="mod">
          <ac:chgData name="Brian Dyer" userId="f4d252ae-ea01-4f62-a905-b25723068793" providerId="ADAL" clId="{B6A1C10A-80F9-43BE-87C9-843B98BC5B8B}" dt="2024-11-18T22:19:47.486" v="867" actId="1036"/>
          <ac:cxnSpMkLst>
            <pc:docMk/>
            <pc:sldMk cId="0" sldId="312"/>
            <ac:cxnSpMk id="69" creationId="{5F88C644-3114-A8F3-0C20-5E5F94C82CD4}"/>
          </ac:cxnSpMkLst>
        </pc:cxnChg>
        <pc:cxnChg chg="mod">
          <ac:chgData name="Brian Dyer" userId="f4d252ae-ea01-4f62-a905-b25723068793" providerId="ADAL" clId="{B6A1C10A-80F9-43BE-87C9-843B98BC5B8B}" dt="2024-11-18T22:19:47.486" v="867" actId="1036"/>
          <ac:cxnSpMkLst>
            <pc:docMk/>
            <pc:sldMk cId="0" sldId="312"/>
            <ac:cxnSpMk id="70" creationId="{0AD9EDAE-39B5-BAC7-3995-FF41AFB578E0}"/>
          </ac:cxnSpMkLst>
        </pc:cxnChg>
        <pc:cxnChg chg="mod">
          <ac:chgData name="Brian Dyer" userId="f4d252ae-ea01-4f62-a905-b25723068793" providerId="ADAL" clId="{B6A1C10A-80F9-43BE-87C9-843B98BC5B8B}" dt="2024-11-18T22:19:47.486" v="867" actId="1036"/>
          <ac:cxnSpMkLst>
            <pc:docMk/>
            <pc:sldMk cId="0" sldId="312"/>
            <ac:cxnSpMk id="71" creationId="{2740D86A-7530-CEE2-0C97-9B754389017D}"/>
          </ac:cxnSpMkLst>
        </pc:cxnChg>
        <pc:cxnChg chg="mod">
          <ac:chgData name="Brian Dyer" userId="f4d252ae-ea01-4f62-a905-b25723068793" providerId="ADAL" clId="{B6A1C10A-80F9-43BE-87C9-843B98BC5B8B}" dt="2024-11-18T22:19:47.486" v="867" actId="1036"/>
          <ac:cxnSpMkLst>
            <pc:docMk/>
            <pc:sldMk cId="0" sldId="312"/>
            <ac:cxnSpMk id="72" creationId="{7DE99CC2-EC7A-8D80-B7F8-5395C3696092}"/>
          </ac:cxnSpMkLst>
        </pc:cxnChg>
        <pc:cxnChg chg="mod">
          <ac:chgData name="Brian Dyer" userId="f4d252ae-ea01-4f62-a905-b25723068793" providerId="ADAL" clId="{B6A1C10A-80F9-43BE-87C9-843B98BC5B8B}" dt="2024-11-18T22:19:47.486" v="867" actId="1036"/>
          <ac:cxnSpMkLst>
            <pc:docMk/>
            <pc:sldMk cId="0" sldId="312"/>
            <ac:cxnSpMk id="73" creationId="{2F40AD88-DE62-CB13-BCDF-CCBED7E65C47}"/>
          </ac:cxnSpMkLst>
        </pc:cxnChg>
        <pc:cxnChg chg="mod">
          <ac:chgData name="Brian Dyer" userId="f4d252ae-ea01-4f62-a905-b25723068793" providerId="ADAL" clId="{B6A1C10A-80F9-43BE-87C9-843B98BC5B8B}" dt="2024-11-18T22:19:47.486" v="867" actId="1036"/>
          <ac:cxnSpMkLst>
            <pc:docMk/>
            <pc:sldMk cId="0" sldId="312"/>
            <ac:cxnSpMk id="74" creationId="{C2AE89CF-0D66-C5A5-E3A5-419F27D7A60A}"/>
          </ac:cxnSpMkLst>
        </pc:cxnChg>
      </pc:sldChg>
    </pc:docChg>
  </pc:docChgLst>
  <pc:docChgLst>
    <pc:chgData name="Brian Dyer" userId="f4d252ae-ea01-4f62-a905-b25723068793" providerId="ADAL" clId="{0BFA18A6-AFB5-4F45-8743-B6B27D0BDAD2}"/>
    <pc:docChg chg="undo custSel modSld">
      <pc:chgData name="Brian Dyer" userId="f4d252ae-ea01-4f62-a905-b25723068793" providerId="ADAL" clId="{0BFA18A6-AFB5-4F45-8743-B6B27D0BDAD2}" dt="2024-06-21T18:43:29.569" v="344" actId="20577"/>
      <pc:docMkLst>
        <pc:docMk/>
      </pc:docMkLst>
      <pc:sldChg chg="addSp delSp modSp mod">
        <pc:chgData name="Brian Dyer" userId="f4d252ae-ea01-4f62-a905-b25723068793" providerId="ADAL" clId="{0BFA18A6-AFB5-4F45-8743-B6B27D0BDAD2}" dt="2024-06-21T18:43:29.569" v="344" actId="20577"/>
        <pc:sldMkLst>
          <pc:docMk/>
          <pc:sldMk cId="0" sldId="312"/>
        </pc:sldMkLst>
        <pc:spChg chg="add del">
          <ac:chgData name="Brian Dyer" userId="f4d252ae-ea01-4f62-a905-b25723068793" providerId="ADAL" clId="{0BFA18A6-AFB5-4F45-8743-B6B27D0BDAD2}" dt="2024-06-21T17:51:03.320" v="113" actId="22"/>
          <ac:spMkLst>
            <pc:docMk/>
            <pc:sldMk cId="0" sldId="312"/>
            <ac:spMk id="3" creationId="{19C5367E-4828-AB95-AB6A-DD808DA02120}"/>
          </ac:spMkLst>
        </pc:spChg>
        <pc:spChg chg="mod">
          <ac:chgData name="Brian Dyer" userId="f4d252ae-ea01-4f62-a905-b25723068793" providerId="ADAL" clId="{0BFA18A6-AFB5-4F45-8743-B6B27D0BDAD2}" dt="2024-06-19T16:12:50.421" v="7" actId="20577"/>
          <ac:spMkLst>
            <pc:docMk/>
            <pc:sldMk cId="0" sldId="312"/>
            <ac:spMk id="6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2:53.276" v="9" actId="20577"/>
          <ac:spMkLst>
            <pc:docMk/>
            <pc:sldMk cId="0" sldId="312"/>
            <ac:spMk id="7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2:59.013" v="11" actId="20577"/>
          <ac:spMkLst>
            <pc:docMk/>
            <pc:sldMk cId="0" sldId="312"/>
            <ac:spMk id="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3:04.580" v="15" actId="20577"/>
          <ac:spMkLst>
            <pc:docMk/>
            <pc:sldMk cId="0" sldId="312"/>
            <ac:spMk id="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6:32.734" v="25" actId="20577"/>
          <ac:spMkLst>
            <pc:docMk/>
            <pc:sldMk cId="0" sldId="312"/>
            <ac:spMk id="1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5:20.412" v="21" actId="6549"/>
          <ac:spMkLst>
            <pc:docMk/>
            <pc:sldMk cId="0" sldId="312"/>
            <ac:spMk id="11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7:48.683" v="37" actId="20577"/>
          <ac:spMkLst>
            <pc:docMk/>
            <pc:sldMk cId="0" sldId="312"/>
            <ac:spMk id="13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2:40.027" v="5" actId="20577"/>
          <ac:spMkLst>
            <pc:docMk/>
            <pc:sldMk cId="0" sldId="312"/>
            <ac:spMk id="23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6:39.963" v="29" actId="20577"/>
          <ac:spMkLst>
            <pc:docMk/>
            <pc:sldMk cId="0" sldId="312"/>
            <ac:spMk id="2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7:18.564" v="35" actId="20577"/>
          <ac:spMkLst>
            <pc:docMk/>
            <pc:sldMk cId="0" sldId="312"/>
            <ac:spMk id="2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8:03.399" v="42" actId="113"/>
          <ac:spMkLst>
            <pc:docMk/>
            <pc:sldMk cId="0" sldId="312"/>
            <ac:spMk id="3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0:50.017" v="110" actId="1036"/>
          <ac:spMkLst>
            <pc:docMk/>
            <pc:sldMk cId="0" sldId="312"/>
            <ac:spMk id="31" creationId="{00000000-0000-0000-0000-000000000000}"/>
          </ac:spMkLst>
        </pc:spChg>
        <pc:spChg chg="del">
          <ac:chgData name="Brian Dyer" userId="f4d252ae-ea01-4f62-a905-b25723068793" providerId="ADAL" clId="{0BFA18A6-AFB5-4F45-8743-B6B27D0BDAD2}" dt="2024-06-21T17:51:01.636" v="111" actId="478"/>
          <ac:spMkLst>
            <pc:docMk/>
            <pc:sldMk cId="0" sldId="312"/>
            <ac:spMk id="32" creationId="{00000000-0000-0000-0000-000000000000}"/>
          </ac:spMkLst>
        </pc:spChg>
        <pc:spChg chg="del">
          <ac:chgData name="Brian Dyer" userId="f4d252ae-ea01-4f62-a905-b25723068793" providerId="ADAL" clId="{0BFA18A6-AFB5-4F45-8743-B6B27D0BDAD2}" dt="2024-06-21T17:51:13.322" v="117" actId="478"/>
          <ac:spMkLst>
            <pc:docMk/>
            <pc:sldMk cId="0" sldId="312"/>
            <ac:spMk id="33" creationId="{00000000-0000-0000-0000-000000000000}"/>
          </ac:spMkLst>
        </pc:spChg>
        <pc:spChg chg="del mod">
          <ac:chgData name="Brian Dyer" userId="f4d252ae-ea01-4f62-a905-b25723068793" providerId="ADAL" clId="{0BFA18A6-AFB5-4F45-8743-B6B27D0BDAD2}" dt="2024-06-21T17:51:29.152" v="122" actId="478"/>
          <ac:spMkLst>
            <pc:docMk/>
            <pc:sldMk cId="0" sldId="312"/>
            <ac:spMk id="34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49:32.984" v="60" actId="20577"/>
          <ac:spMkLst>
            <pc:docMk/>
            <pc:sldMk cId="0" sldId="312"/>
            <ac:spMk id="43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1:59.352" v="130" actId="20577"/>
          <ac:spMkLst>
            <pc:docMk/>
            <pc:sldMk cId="0" sldId="312"/>
            <ac:spMk id="44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2:47.745" v="143" actId="20577"/>
          <ac:spMkLst>
            <pc:docMk/>
            <pc:sldMk cId="0" sldId="312"/>
            <ac:spMk id="45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3:07.293" v="146" actId="20577"/>
          <ac:spMkLst>
            <pc:docMk/>
            <pc:sldMk cId="0" sldId="312"/>
            <ac:spMk id="46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47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4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4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5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8:29.555" v="53" actId="20577"/>
          <ac:spMkLst>
            <pc:docMk/>
            <pc:sldMk cId="0" sldId="312"/>
            <ac:spMk id="5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50:34.411" v="57" actId="113"/>
          <ac:spMkLst>
            <pc:docMk/>
            <pc:sldMk cId="0" sldId="312"/>
            <ac:spMk id="5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8:49.896" v="155" actId="20577"/>
          <ac:spMkLst>
            <pc:docMk/>
            <pc:sldMk cId="0" sldId="312"/>
            <ac:spMk id="6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61" creationId="{00000000-0000-0000-0000-000000000000}"/>
          </ac:spMkLst>
        </pc:spChg>
        <pc:spChg chg="add mod">
          <ac:chgData name="Brian Dyer" userId="f4d252ae-ea01-4f62-a905-b25723068793" providerId="ADAL" clId="{0BFA18A6-AFB5-4F45-8743-B6B27D0BDAD2}" dt="2024-06-21T17:51:48.504" v="127" actId="20577"/>
          <ac:spMkLst>
            <pc:docMk/>
            <pc:sldMk cId="0" sldId="312"/>
            <ac:spMk id="63" creationId="{998887A8-59F6-D053-1D12-EF99F0EA80E9}"/>
          </ac:spMkLst>
        </pc:spChg>
        <pc:spChg chg="add mod">
          <ac:chgData name="Brian Dyer" userId="f4d252ae-ea01-4f62-a905-b25723068793" providerId="ADAL" clId="{0BFA18A6-AFB5-4F45-8743-B6B27D0BDAD2}" dt="2024-06-21T17:52:18.454" v="136" actId="20577"/>
          <ac:spMkLst>
            <pc:docMk/>
            <pc:sldMk cId="0" sldId="312"/>
            <ac:spMk id="64" creationId="{38128B8C-7740-16F5-89A2-85D01F44FE15}"/>
          </ac:spMkLst>
        </pc:spChg>
        <pc:spChg chg="add mod">
          <ac:chgData name="Brian Dyer" userId="f4d252ae-ea01-4f62-a905-b25723068793" providerId="ADAL" clId="{0BFA18A6-AFB5-4F45-8743-B6B27D0BDAD2}" dt="2024-06-21T17:53:14.929" v="152" actId="20577"/>
          <ac:spMkLst>
            <pc:docMk/>
            <pc:sldMk cId="0" sldId="312"/>
            <ac:spMk id="65" creationId="{86531022-5B6F-7A5E-9363-D8A88B94E1B9}"/>
          </ac:spMkLst>
        </pc:spChg>
        <pc:spChg chg="add mod">
          <ac:chgData name="Brian Dyer" userId="f4d252ae-ea01-4f62-a905-b25723068793" providerId="ADAL" clId="{0BFA18A6-AFB5-4F45-8743-B6B27D0BDAD2}" dt="2024-06-21T18:42:47.443" v="332" actId="6549"/>
          <ac:spMkLst>
            <pc:docMk/>
            <pc:sldMk cId="0" sldId="312"/>
            <ac:spMk id="66" creationId="{AE1CA827-5FF4-EC18-560D-7138905D957E}"/>
          </ac:spMkLst>
        </pc:spChg>
        <pc:spChg chg="add mod">
          <ac:chgData name="Brian Dyer" userId="f4d252ae-ea01-4f62-a905-b25723068793" providerId="ADAL" clId="{0BFA18A6-AFB5-4F45-8743-B6B27D0BDAD2}" dt="2024-06-21T18:42:55.675" v="336" actId="6549"/>
          <ac:spMkLst>
            <pc:docMk/>
            <pc:sldMk cId="0" sldId="312"/>
            <ac:spMk id="75" creationId="{929D8972-B388-EAE4-E06A-035AE1312F67}"/>
          </ac:spMkLst>
        </pc:spChg>
        <pc:spChg chg="add mod">
          <ac:chgData name="Brian Dyer" userId="f4d252ae-ea01-4f62-a905-b25723068793" providerId="ADAL" clId="{0BFA18A6-AFB5-4F45-8743-B6B27D0BDAD2}" dt="2024-06-21T18:43:14.196" v="340" actId="6549"/>
          <ac:spMkLst>
            <pc:docMk/>
            <pc:sldMk cId="0" sldId="312"/>
            <ac:spMk id="76" creationId="{A4C2FC7E-CF82-CC8A-8149-F4E0FFBB317F}"/>
          </ac:spMkLst>
        </pc:spChg>
        <pc:spChg chg="add mod">
          <ac:chgData name="Brian Dyer" userId="f4d252ae-ea01-4f62-a905-b25723068793" providerId="ADAL" clId="{0BFA18A6-AFB5-4F45-8743-B6B27D0BDAD2}" dt="2024-06-21T18:43:29.569" v="344" actId="20577"/>
          <ac:spMkLst>
            <pc:docMk/>
            <pc:sldMk cId="0" sldId="312"/>
            <ac:spMk id="77" creationId="{E6A9238F-8536-5291-4A09-8B5A0AFCFC56}"/>
          </ac:spMkLst>
        </pc:sp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67" creationId="{30466100-91AF-6179-1454-E5874B6E4C3F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68" creationId="{2EDA4F7C-0AE2-FA3E-E75F-89988AFFA2CB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69" creationId="{5F88C644-3114-A8F3-0C20-5E5F94C82CD4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0" creationId="{0AD9EDAE-39B5-BAC7-3995-FF41AFB578E0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1" creationId="{2740D86A-7530-CEE2-0C97-9B754389017D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2" creationId="{7DE99CC2-EC7A-8D80-B7F8-5395C3696092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3" creationId="{2F40AD88-DE62-CB13-BCDF-CCBED7E65C47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4" creationId="{C2AE89CF-0D66-C5A5-E3A5-419F27D7A60A}"/>
          </ac:cxnSpMkLst>
        </pc:cxnChg>
      </pc:sldChg>
    </pc:docChg>
  </pc:docChgLst>
  <pc:docChgLst>
    <pc:chgData name="Brian Dyer" userId="f4d252ae-ea01-4f62-a905-b25723068793" providerId="ADAL" clId="{6AE5D03B-507C-4E92-A40A-75E0388D7ECD}"/>
    <pc:docChg chg="undo redo custSel modSld">
      <pc:chgData name="Brian Dyer" userId="f4d252ae-ea01-4f62-a905-b25723068793" providerId="ADAL" clId="{6AE5D03B-507C-4E92-A40A-75E0388D7ECD}" dt="2024-07-15T17:34:37.836" v="95" actId="20577"/>
      <pc:docMkLst>
        <pc:docMk/>
      </pc:docMkLst>
      <pc:sldChg chg="modSp mod">
        <pc:chgData name="Brian Dyer" userId="f4d252ae-ea01-4f62-a905-b25723068793" providerId="ADAL" clId="{6AE5D03B-507C-4E92-A40A-75E0388D7ECD}" dt="2024-07-15T17:34:37.836" v="95" actId="20577"/>
        <pc:sldMkLst>
          <pc:docMk/>
          <pc:sldMk cId="0" sldId="312"/>
        </pc:sldMkLst>
        <pc:spChg chg="mod">
          <ac:chgData name="Brian Dyer" userId="f4d252ae-ea01-4f62-a905-b25723068793" providerId="ADAL" clId="{6AE5D03B-507C-4E92-A40A-75E0388D7ECD}" dt="2024-07-15T17:10:35.233" v="2" actId="20577"/>
          <ac:spMkLst>
            <pc:docMk/>
            <pc:sldMk cId="0" sldId="312"/>
            <ac:spMk id="6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0:49.540" v="3"/>
          <ac:spMkLst>
            <pc:docMk/>
            <pc:sldMk cId="0" sldId="312"/>
            <ac:spMk id="7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0:51.601" v="4"/>
          <ac:spMkLst>
            <pc:docMk/>
            <pc:sldMk cId="0" sldId="312"/>
            <ac:spMk id="8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0:56.127" v="6" actId="20577"/>
          <ac:spMkLst>
            <pc:docMk/>
            <pc:sldMk cId="0" sldId="312"/>
            <ac:spMk id="9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1:22.124" v="8" actId="20577"/>
          <ac:spMkLst>
            <pc:docMk/>
            <pc:sldMk cId="0" sldId="312"/>
            <ac:spMk id="10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1:56.387" v="42"/>
          <ac:spMkLst>
            <pc:docMk/>
            <pc:sldMk cId="0" sldId="312"/>
            <ac:spMk id="11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2:34.113" v="43"/>
          <ac:spMkLst>
            <pc:docMk/>
            <pc:sldMk cId="0" sldId="312"/>
            <ac:spMk id="12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4:11.680" v="49" actId="113"/>
          <ac:spMkLst>
            <pc:docMk/>
            <pc:sldMk cId="0" sldId="312"/>
            <ac:spMk id="13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5:00.704" v="58" actId="113"/>
          <ac:spMkLst>
            <pc:docMk/>
            <pc:sldMk cId="0" sldId="312"/>
            <ac:spMk id="14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1:40.221" v="16" actId="20577"/>
          <ac:spMkLst>
            <pc:docMk/>
            <pc:sldMk cId="0" sldId="312"/>
            <ac:spMk id="24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1:45.223" v="18" actId="20577"/>
          <ac:spMkLst>
            <pc:docMk/>
            <pc:sldMk cId="0" sldId="312"/>
            <ac:spMk id="25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1:48.890" v="19" actId="20577"/>
          <ac:spMkLst>
            <pc:docMk/>
            <pc:sldMk cId="0" sldId="312"/>
            <ac:spMk id="26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34:37.836" v="95" actId="20577"/>
          <ac:spMkLst>
            <pc:docMk/>
            <pc:sldMk cId="0" sldId="312"/>
            <ac:spMk id="27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1:26.934" v="10" actId="20577"/>
          <ac:spMkLst>
            <pc:docMk/>
            <pc:sldMk cId="0" sldId="312"/>
            <ac:spMk id="28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1:31.166" v="12" actId="20577"/>
          <ac:spMkLst>
            <pc:docMk/>
            <pc:sldMk cId="0" sldId="312"/>
            <ac:spMk id="29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4:22.460" v="52" actId="20577"/>
          <ac:spMkLst>
            <pc:docMk/>
            <pc:sldMk cId="0" sldId="312"/>
            <ac:spMk id="30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6:57.006" v="60" actId="20577"/>
          <ac:spMkLst>
            <pc:docMk/>
            <pc:sldMk cId="0" sldId="312"/>
            <ac:spMk id="31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3:32.962" v="31" actId="20577"/>
          <ac:spMkLst>
            <pc:docMk/>
            <pc:sldMk cId="0" sldId="312"/>
            <ac:spMk id="43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3:33.305" v="33" actId="20577"/>
          <ac:spMkLst>
            <pc:docMk/>
            <pc:sldMk cId="0" sldId="312"/>
            <ac:spMk id="44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9:07.577" v="78" actId="20577"/>
          <ac:spMkLst>
            <pc:docMk/>
            <pc:sldMk cId="0" sldId="312"/>
            <ac:spMk id="45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3:46.692" v="41" actId="20577"/>
          <ac:spMkLst>
            <pc:docMk/>
            <pc:sldMk cId="0" sldId="312"/>
            <ac:spMk id="46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30:45.411" v="82" actId="20577"/>
          <ac:spMkLst>
            <pc:docMk/>
            <pc:sldMk cId="0" sldId="312"/>
            <ac:spMk id="47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30:49.324" v="84" actId="20577"/>
          <ac:spMkLst>
            <pc:docMk/>
            <pc:sldMk cId="0" sldId="312"/>
            <ac:spMk id="48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31:51.533" v="93" actId="20577"/>
          <ac:spMkLst>
            <pc:docMk/>
            <pc:sldMk cId="0" sldId="312"/>
            <ac:spMk id="49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7:52.836" v="64" actId="20577"/>
          <ac:spMkLst>
            <pc:docMk/>
            <pc:sldMk cId="0" sldId="312"/>
            <ac:spMk id="63" creationId="{998887A8-59F6-D053-1D12-EF99F0EA80E9}"/>
          </ac:spMkLst>
        </pc:spChg>
        <pc:spChg chg="mod">
          <ac:chgData name="Brian Dyer" userId="f4d252ae-ea01-4f62-a905-b25723068793" providerId="ADAL" clId="{6AE5D03B-507C-4E92-A40A-75E0388D7ECD}" dt="2024-07-15T17:28:56.342" v="74" actId="20577"/>
          <ac:spMkLst>
            <pc:docMk/>
            <pc:sldMk cId="0" sldId="312"/>
            <ac:spMk id="64" creationId="{38128B8C-7740-16F5-89A2-85D01F44FE15}"/>
          </ac:spMkLst>
        </pc:spChg>
        <pc:spChg chg="mod">
          <ac:chgData name="Brian Dyer" userId="f4d252ae-ea01-4f62-a905-b25723068793" providerId="ADAL" clId="{6AE5D03B-507C-4E92-A40A-75E0388D7ECD}" dt="2024-07-15T17:29:38.310" v="80" actId="20577"/>
          <ac:spMkLst>
            <pc:docMk/>
            <pc:sldMk cId="0" sldId="312"/>
            <ac:spMk id="65" creationId="{86531022-5B6F-7A5E-9363-D8A88B94E1B9}"/>
          </ac:spMkLst>
        </pc:spChg>
        <pc:spChg chg="mod">
          <ac:chgData name="Brian Dyer" userId="f4d252ae-ea01-4f62-a905-b25723068793" providerId="ADAL" clId="{6AE5D03B-507C-4E92-A40A-75E0388D7ECD}" dt="2024-07-15T17:31:36.766" v="92" actId="20577"/>
          <ac:spMkLst>
            <pc:docMk/>
            <pc:sldMk cId="0" sldId="312"/>
            <ac:spMk id="66" creationId="{AE1CA827-5FF4-EC18-560D-7138905D957E}"/>
          </ac:spMkLst>
        </pc:spChg>
        <pc:spChg chg="mod">
          <ac:chgData name="Brian Dyer" userId="f4d252ae-ea01-4f62-a905-b25723068793" providerId="ADAL" clId="{6AE5D03B-507C-4E92-A40A-75E0388D7ECD}" dt="2024-07-15T17:31:22.227" v="91" actId="20577"/>
          <ac:spMkLst>
            <pc:docMk/>
            <pc:sldMk cId="0" sldId="312"/>
            <ac:spMk id="76" creationId="{A4C2FC7E-CF82-CC8A-8149-F4E0FFBB317F}"/>
          </ac:spMkLst>
        </pc:spChg>
        <pc:spChg chg="mod">
          <ac:chgData name="Brian Dyer" userId="f4d252ae-ea01-4f62-a905-b25723068793" providerId="ADAL" clId="{6AE5D03B-507C-4E92-A40A-75E0388D7ECD}" dt="2024-07-15T17:31:17.476" v="90" actId="20577"/>
          <ac:spMkLst>
            <pc:docMk/>
            <pc:sldMk cId="0" sldId="312"/>
            <ac:spMk id="77" creationId="{E6A9238F-8536-5291-4A09-8B5A0AFCFC56}"/>
          </ac:spMkLst>
        </pc:spChg>
        <pc:cxnChg chg="mod">
          <ac:chgData name="Brian Dyer" userId="f4d252ae-ea01-4f62-a905-b25723068793" providerId="ADAL" clId="{6AE5D03B-507C-4E92-A40A-75E0388D7ECD}" dt="2024-07-15T17:24:20.048" v="50" actId="1076"/>
          <ac:cxnSpMkLst>
            <pc:docMk/>
            <pc:sldMk cId="0" sldId="312"/>
            <ac:cxnSpMk id="18" creationId="{00000000-0000-0000-0000-000000000000}"/>
          </ac:cxnSpMkLst>
        </pc:cxnChg>
      </pc:sldChg>
    </pc:docChg>
  </pc:docChgLst>
  <pc:docChgLst>
    <pc:chgData name="Brian Dyer" userId="f4d252ae-ea01-4f62-a905-b25723068793" providerId="ADAL" clId="{3ACE72C0-39DE-4001-B359-FE405A7C5CCE}"/>
    <pc:docChg chg="undo redo custSel delSld modSld">
      <pc:chgData name="Brian Dyer" userId="f4d252ae-ea01-4f62-a905-b25723068793" providerId="ADAL" clId="{3ACE72C0-39DE-4001-B359-FE405A7C5CCE}" dt="2024-07-10T13:30:07.402" v="932" actId="47"/>
      <pc:docMkLst>
        <pc:docMk/>
      </pc:docMkLst>
      <pc:sldChg chg="modSp mod">
        <pc:chgData name="Brian Dyer" userId="f4d252ae-ea01-4f62-a905-b25723068793" providerId="ADAL" clId="{3ACE72C0-39DE-4001-B359-FE405A7C5CCE}" dt="2024-07-02T18:58:22.676" v="925" actId="20577"/>
        <pc:sldMkLst>
          <pc:docMk/>
          <pc:sldMk cId="0" sldId="312"/>
        </pc:sldMkLst>
        <pc:spChg chg="mod">
          <ac:chgData name="Brian Dyer" userId="f4d252ae-ea01-4f62-a905-b25723068793" providerId="ADAL" clId="{3ACE72C0-39DE-4001-B359-FE405A7C5CCE}" dt="2024-07-02T18:58:15.931" v="919" actId="6549"/>
          <ac:spMkLst>
            <pc:docMk/>
            <pc:sldMk cId="0" sldId="312"/>
            <ac:spMk id="4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8:22.676" v="925" actId="20577"/>
          <ac:spMkLst>
            <pc:docMk/>
            <pc:sldMk cId="0" sldId="312"/>
            <ac:spMk id="66" creationId="{AE1CA827-5FF4-EC18-560D-7138905D957E}"/>
          </ac:spMkLst>
        </pc:spChg>
      </pc:sldChg>
      <pc:sldChg chg="modSp del mod">
        <pc:chgData name="Brian Dyer" userId="f4d252ae-ea01-4f62-a905-b25723068793" providerId="ADAL" clId="{3ACE72C0-39DE-4001-B359-FE405A7C5CCE}" dt="2024-07-10T13:30:07.402" v="932" actId="47"/>
        <pc:sldMkLst>
          <pc:docMk/>
          <pc:sldMk cId="0" sldId="313"/>
        </pc:sldMkLst>
        <pc:spChg chg="mod">
          <ac:chgData name="Brian Dyer" userId="f4d252ae-ea01-4f62-a905-b25723068793" providerId="ADAL" clId="{3ACE72C0-39DE-4001-B359-FE405A7C5CCE}" dt="2024-06-27T17:08:30.162" v="50" actId="20577"/>
          <ac:spMkLst>
            <pc:docMk/>
            <pc:sldMk cId="0" sldId="313"/>
            <ac:spMk id="1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29.429" v="9" actId="20577"/>
          <ac:spMkLst>
            <pc:docMk/>
            <pc:sldMk cId="0" sldId="313"/>
            <ac:spMk id="2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35.078" v="13" actId="20577"/>
          <ac:spMkLst>
            <pc:docMk/>
            <pc:sldMk cId="0" sldId="313"/>
            <ac:spMk id="21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43.676" v="19" actId="20577"/>
          <ac:spMkLst>
            <pc:docMk/>
            <pc:sldMk cId="0" sldId="313"/>
            <ac:spMk id="2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48.589" v="23" actId="20577"/>
          <ac:spMkLst>
            <pc:docMk/>
            <pc:sldMk cId="0" sldId="313"/>
            <ac:spMk id="23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27:04.050" v="803" actId="20577"/>
          <ac:spMkLst>
            <pc:docMk/>
            <pc:sldMk cId="0" sldId="313"/>
            <ac:spMk id="2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4:34.582" v="29" actId="20577"/>
          <ac:spMkLst>
            <pc:docMk/>
            <pc:sldMk cId="0" sldId="313"/>
            <ac:spMk id="3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2:55.091" v="810" actId="20577"/>
          <ac:spMkLst>
            <pc:docMk/>
            <pc:sldMk cId="0" sldId="313"/>
            <ac:spMk id="6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5:41.072" v="816" actId="20577"/>
          <ac:spMkLst>
            <pc:docMk/>
            <pc:sldMk cId="0" sldId="313"/>
            <ac:spMk id="6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5:59.419" v="820" actId="20577"/>
          <ac:spMkLst>
            <pc:docMk/>
            <pc:sldMk cId="0" sldId="313"/>
            <ac:spMk id="6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1:19.075" v="844" actId="20577"/>
          <ac:spMkLst>
            <pc:docMk/>
            <pc:sldMk cId="0" sldId="313"/>
            <ac:spMk id="7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2:25.227" v="903" actId="1035"/>
          <ac:spMkLst>
            <pc:docMk/>
            <pc:sldMk cId="0" sldId="313"/>
            <ac:spMk id="7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3:26.952" v="885" actId="20577"/>
          <ac:spMkLst>
            <pc:docMk/>
            <pc:sldMk cId="0" sldId="313"/>
            <ac:spMk id="8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21:49:50.324" v="793" actId="113"/>
          <ac:spMkLst>
            <pc:docMk/>
            <pc:sldMk cId="0" sldId="313"/>
            <ac:spMk id="81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8:15:50.266" v="79" actId="20577"/>
          <ac:spMkLst>
            <pc:docMk/>
            <pc:sldMk cId="0" sldId="313"/>
            <ac:spMk id="8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2:09.041" v="806" actId="113"/>
          <ac:spMkLst>
            <pc:docMk/>
            <pc:sldMk cId="0" sldId="313"/>
            <ac:spMk id="8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3:43.755" v="812" actId="6549"/>
          <ac:spMkLst>
            <pc:docMk/>
            <pc:sldMk cId="0" sldId="313"/>
            <ac:spMk id="8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5:21.082" v="814" actId="6549"/>
          <ac:spMkLst>
            <pc:docMk/>
            <pc:sldMk cId="0" sldId="313"/>
            <ac:spMk id="8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8:31.729" v="834" actId="20577"/>
          <ac:spMkLst>
            <pc:docMk/>
            <pc:sldMk cId="0" sldId="313"/>
            <ac:spMk id="9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1:02.124" v="842" actId="20577"/>
          <ac:spMkLst>
            <pc:docMk/>
            <pc:sldMk cId="0" sldId="313"/>
            <ac:spMk id="10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2:04.627" v="848" actId="20577"/>
          <ac:spMkLst>
            <pc:docMk/>
            <pc:sldMk cId="0" sldId="313"/>
            <ac:spMk id="10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8:26.261" v="927" actId="20577"/>
          <ac:spMkLst>
            <pc:docMk/>
            <pc:sldMk cId="0" sldId="313"/>
            <ac:spMk id="10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21:24:58.975" v="788" actId="113"/>
          <ac:spMkLst>
            <pc:docMk/>
            <pc:sldMk cId="0" sldId="313"/>
            <ac:spMk id="10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6:24:57.859" v="797" actId="113"/>
          <ac:spMkLst>
            <pc:docMk/>
            <pc:sldMk cId="0" sldId="313"/>
            <ac:spMk id="11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6:25:13.242" v="801" actId="113"/>
          <ac:spMkLst>
            <pc:docMk/>
            <pc:sldMk cId="0" sldId="313"/>
            <ac:spMk id="12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9:14.720" v="930" actId="20577"/>
          <ac:spMkLst>
            <pc:docMk/>
            <pc:sldMk cId="0" sldId="313"/>
            <ac:spMk id="12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9:26.175" v="931" actId="20577"/>
          <ac:spMkLst>
            <pc:docMk/>
            <pc:sldMk cId="0" sldId="313"/>
            <ac:spMk id="12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2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2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2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3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3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6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6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7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22.285" v="5" actId="20577"/>
          <ac:spMkLst>
            <pc:docMk/>
            <pc:sldMk cId="0" sldId="313"/>
            <ac:spMk id="193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9:32.234" v="840" actId="20577"/>
          <ac:spMkLst>
            <pc:docMk/>
            <pc:sldMk cId="0" sldId="313"/>
            <ac:spMk id="19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4:50.656" v="908" actId="20577"/>
          <ac:spMkLst>
            <pc:docMk/>
            <pc:sldMk cId="0" sldId="313"/>
            <ac:spMk id="19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9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97" creationId="{00000000-0000-0000-0000-000000000000}"/>
          </ac:spMkLst>
        </pc:sp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8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21:23:58.796" v="771" actId="1076"/>
          <ac:cxnSpMkLst>
            <pc:docMk/>
            <pc:sldMk cId="0" sldId="313"/>
            <ac:cxnSpMk id="91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3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5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7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9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00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01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1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29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37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40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4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5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6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9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71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7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28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21:23:58.796" v="771" actId="1076"/>
          <ac:cxnSpMkLst>
            <pc:docMk/>
            <pc:sldMk cId="0" sldId="313"/>
            <ac:cxnSpMk id="290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29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294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BE1B0-A9AF-41A9-89BB-5A40073781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1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94981" y="456511"/>
            <a:ext cx="335454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4982" y="1074179"/>
            <a:ext cx="335454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607 women </a:t>
            </a:r>
            <a:r>
              <a:rPr lang="en-US" sz="1200" dirty="0"/>
              <a:t>eligible for WRA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099" y="235227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71</a:t>
            </a:r>
            <a:r>
              <a:rPr lang="en-US" sz="1200" dirty="0"/>
              <a:t>NPNL women enrolled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9489" y="235185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71</a:t>
            </a:r>
            <a:r>
              <a:rPr lang="en-US" sz="1200" dirty="0"/>
              <a:t>NPNL women enrolled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2806" y="235199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75</a:t>
            </a:r>
            <a:r>
              <a:rPr lang="en-US" sz="1200" dirty="0"/>
              <a:t> NPNL women enrolled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4442" y="234521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NPNL women enrolled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83" y="351620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67</a:t>
            </a:r>
            <a:r>
              <a:rPr lang="en-US" sz="1200" dirty="0"/>
              <a:t> started supplementation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261" y="2731604"/>
            <a:ext cx="1475061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3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1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273606" y="2725126"/>
            <a:ext cx="1534540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137945" y="2721518"/>
            <a:ext cx="1548179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6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2</a:t>
            </a:r>
            <a:r>
              <a:rPr lang="en-US" sz="1200" dirty="0"/>
              <a:t> Supplementation visit 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9583" y="2721321"/>
            <a:ext cx="1520548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1</a:t>
            </a:r>
            <a:r>
              <a:rPr lang="en-US" sz="1200" dirty="0"/>
              <a:t> Supplementation visit pending</a:t>
            </a:r>
          </a:p>
        </p:txBody>
      </p:sp>
      <p:cxnSp>
        <p:nvCxnSpPr>
          <p:cNvPr id="15" name="Straight Arrow Connector 14"/>
          <p:cNvCxnSpPr>
            <a:stCxn id="6" idx="2"/>
            <a:endCxn id="10" idx="0"/>
          </p:cNvCxnSpPr>
          <p:nvPr/>
        </p:nvCxnSpPr>
        <p:spPr>
          <a:xfrm flipH="1">
            <a:off x="1208118" y="2629275"/>
            <a:ext cx="5316" cy="88692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2"/>
            <a:endCxn id="28" idx="0"/>
          </p:cNvCxnSpPr>
          <p:nvPr/>
        </p:nvCxnSpPr>
        <p:spPr>
          <a:xfrm flipH="1">
            <a:off x="4078507" y="2628853"/>
            <a:ext cx="5317" cy="8782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29" idx="0"/>
          </p:cNvCxnSpPr>
          <p:nvPr/>
        </p:nvCxnSpPr>
        <p:spPr>
          <a:xfrm flipH="1">
            <a:off x="6941825" y="2628992"/>
            <a:ext cx="5316" cy="87452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stCxn id="9" idx="2"/>
            <a:endCxn id="30" idx="0"/>
          </p:cNvCxnSpPr>
          <p:nvPr/>
        </p:nvCxnSpPr>
        <p:spPr>
          <a:xfrm>
            <a:off x="9798777" y="2622216"/>
            <a:ext cx="2652" cy="88129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205509" y="309899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084941" y="3095738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941825" y="3098711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9793461" y="3091935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918628" y="1504420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289  </a:t>
            </a:r>
            <a:r>
              <a:rPr lang="en-US" sz="1200" dirty="0">
                <a:solidFill>
                  <a:schemeClr val="tx1"/>
                </a:solidFill>
              </a:rPr>
              <a:t>NPNL women consented and randomized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08487" y="210519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W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2651042" y="2080677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X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5857828" y="2097730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Y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8426038" y="209537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Z 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2954172" y="350712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70</a:t>
            </a:r>
            <a:r>
              <a:rPr lang="en-US" sz="1200" dirty="0"/>
              <a:t> started supplementation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7490" y="350351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67 </a:t>
            </a:r>
            <a:r>
              <a:rPr lang="en-US" sz="1200" dirty="0"/>
              <a:t>started supplementation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77094" y="350351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67</a:t>
            </a:r>
            <a:r>
              <a:rPr lang="en-US" sz="1200" dirty="0"/>
              <a:t> started supplementation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5545" y="3926147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  <a:endParaRPr lang="en-US" sz="1200" b="1" dirty="0"/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Permanent move</a:t>
            </a:r>
            <a:endParaRPr lang="en-US" sz="1200" b="1" dirty="0"/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</a:p>
          <a:p>
            <a:r>
              <a:rPr lang="en-US" sz="1200" dirty="0"/>
              <a:t>0 Not met after 2 weeks</a:t>
            </a:r>
            <a:endParaRPr lang="en-US" sz="1200" b="1" dirty="0"/>
          </a:p>
        </p:txBody>
      </p:sp>
      <p:cxnSp>
        <p:nvCxnSpPr>
          <p:cNvPr id="35" name="Straight Arrow Connector 34"/>
          <p:cNvCxnSpPr>
            <a:cxnSpLocks/>
            <a:stCxn id="10" idx="2"/>
            <a:endCxn id="43" idx="0"/>
          </p:cNvCxnSpPr>
          <p:nvPr/>
        </p:nvCxnSpPr>
        <p:spPr>
          <a:xfrm flipH="1">
            <a:off x="1201383" y="3793199"/>
            <a:ext cx="6735" cy="11987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/>
            <a:stCxn id="28" idx="2"/>
            <a:endCxn id="44" idx="0"/>
          </p:cNvCxnSpPr>
          <p:nvPr/>
        </p:nvCxnSpPr>
        <p:spPr>
          <a:xfrm flipH="1">
            <a:off x="4071772" y="3784120"/>
            <a:ext cx="6735" cy="11987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  <a:stCxn id="29" idx="2"/>
            <a:endCxn id="45" idx="0"/>
          </p:cNvCxnSpPr>
          <p:nvPr/>
        </p:nvCxnSpPr>
        <p:spPr>
          <a:xfrm flipH="1">
            <a:off x="6935090" y="3780512"/>
            <a:ext cx="6735" cy="11987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  <a:stCxn id="30" idx="2"/>
            <a:endCxn id="46" idx="0"/>
          </p:cNvCxnSpPr>
          <p:nvPr/>
        </p:nvCxnSpPr>
        <p:spPr>
          <a:xfrm flipH="1">
            <a:off x="9795691" y="3780512"/>
            <a:ext cx="5738" cy="12071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198774" y="438949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078206" y="4386241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6935090" y="4389214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cxnSpLocks/>
          </p:cNvCxnSpPr>
          <p:nvPr/>
        </p:nvCxnSpPr>
        <p:spPr>
          <a:xfrm>
            <a:off x="9800103" y="4382438"/>
            <a:ext cx="182640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048" y="499190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</a:t>
            </a:r>
            <a:r>
              <a:rPr lang="en-US" sz="1200" dirty="0"/>
              <a:t> mid-line visits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7437" y="498283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69</a:t>
            </a:r>
            <a:r>
              <a:rPr lang="en-US" sz="1200" dirty="0"/>
              <a:t> mid-line visits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0755" y="497922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58 </a:t>
            </a:r>
            <a:r>
              <a:rPr lang="en-US" sz="1200" dirty="0"/>
              <a:t>mid-line visits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71356" y="498762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</a:t>
            </a:r>
            <a:r>
              <a:rPr lang="en-US" sz="1200" dirty="0"/>
              <a:t> mid-line visits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96" y="646243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57</a:t>
            </a:r>
            <a:r>
              <a:rPr lang="en-US" sz="1200" dirty="0"/>
              <a:t> endline visits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47199" y="645149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58</a:t>
            </a:r>
            <a:r>
              <a:rPr lang="en-US" sz="1200" dirty="0"/>
              <a:t> endline visits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2050" y="644788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51 </a:t>
            </a:r>
            <a:r>
              <a:rPr lang="en-US" sz="1200" dirty="0"/>
              <a:t>endline visits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53686" y="645628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55</a:t>
            </a:r>
            <a:r>
              <a:rPr lang="en-US" sz="1200" dirty="0"/>
              <a:t> endline visits</a:t>
            </a:r>
          </a:p>
        </p:txBody>
      </p:sp>
      <p:cxnSp>
        <p:nvCxnSpPr>
          <p:cNvPr id="51" name="Straight Connector 50"/>
          <p:cNvCxnSpPr>
            <a:stCxn id="4" idx="2"/>
            <a:endCxn id="5" idx="0"/>
          </p:cNvCxnSpPr>
          <p:nvPr/>
        </p:nvCxnSpPr>
        <p:spPr>
          <a:xfrm>
            <a:off x="5572256" y="918176"/>
            <a:ext cx="0" cy="15600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5" idx="2"/>
          </p:cNvCxnSpPr>
          <p:nvPr/>
        </p:nvCxnSpPr>
        <p:spPr>
          <a:xfrm flipH="1">
            <a:off x="5572255" y="1351178"/>
            <a:ext cx="1" cy="15324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3" idx="3"/>
          </p:cNvCxnSpPr>
          <p:nvPr/>
        </p:nvCxnSpPr>
        <p:spPr>
          <a:xfrm flipH="1">
            <a:off x="1925782" y="1918852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4757527" y="1977277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5984848" y="1978807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3" idx="5"/>
          </p:cNvCxnSpPr>
          <p:nvPr/>
        </p:nvCxnSpPr>
        <p:spPr>
          <a:xfrm>
            <a:off x="6741546" y="1918852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431600" y="2085150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11631566" y="2332071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289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11643445" y="350587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271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43445" y="4951888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251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37349" y="6465847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221</a:t>
            </a:r>
            <a:endParaRPr lang="en-US" sz="1200" dirty="0"/>
          </a:p>
        </p:txBody>
      </p:sp>
      <p:sp>
        <p:nvSpPr>
          <p:cNvPr id="62" name="Title 1"/>
          <p:cNvSpPr txBox="1"/>
          <p:nvPr/>
        </p:nvSpPr>
        <p:spPr bwMode="auto">
          <a:xfrm>
            <a:off x="408374" y="368782"/>
            <a:ext cx="2060909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 Trial Consort</a:t>
            </a:r>
            <a:endParaRPr lang="en-US" sz="3200" kern="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8887A8-59F6-D053-1D12-EF99F0EA80E9}"/>
              </a:ext>
            </a:extLst>
          </p:cNvPr>
          <p:cNvSpPr txBox="1"/>
          <p:nvPr/>
        </p:nvSpPr>
        <p:spPr>
          <a:xfrm>
            <a:off x="4288544" y="3911715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  <a:endParaRPr lang="en-US" sz="1200" b="1" dirty="0"/>
          </a:p>
          <a:p>
            <a:r>
              <a:rPr lang="en-US" sz="1200" b="1" dirty="0"/>
              <a:t>1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Permanent move</a:t>
            </a:r>
            <a:endParaRPr lang="en-US" sz="1200" b="1" dirty="0"/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Not met after 2 weeks</a:t>
            </a:r>
            <a:endParaRPr 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128B8C-7740-16F5-89A2-85D01F44FE15}"/>
              </a:ext>
            </a:extLst>
          </p:cNvPr>
          <p:cNvSpPr txBox="1"/>
          <p:nvPr/>
        </p:nvSpPr>
        <p:spPr>
          <a:xfrm>
            <a:off x="7128692" y="3911101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Permanent move</a:t>
            </a:r>
            <a:endParaRPr lang="en-US" sz="1200" b="1" dirty="0"/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Not met after 2 weeks</a:t>
            </a:r>
            <a:endParaRPr 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531022-5B6F-7A5E-9363-D8A88B94E1B9}"/>
              </a:ext>
            </a:extLst>
          </p:cNvPr>
          <p:cNvSpPr txBox="1"/>
          <p:nvPr/>
        </p:nvSpPr>
        <p:spPr>
          <a:xfrm>
            <a:off x="9961774" y="3900618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Permanent move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Not met after 2 weeks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1CA827-5FF4-EC18-560D-7138905D957E}"/>
              </a:ext>
            </a:extLst>
          </p:cNvPr>
          <p:cNvSpPr txBox="1"/>
          <p:nvPr/>
        </p:nvSpPr>
        <p:spPr>
          <a:xfrm>
            <a:off x="1420096" y="5358267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5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0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</a:t>
            </a:r>
          </a:p>
          <a:p>
            <a:r>
              <a:rPr lang="en-US" sz="1200" b="1" dirty="0"/>
              <a:t>0</a:t>
            </a:r>
            <a:r>
              <a:rPr lang="en-US" sz="1200" dirty="0"/>
              <a:t> Permanent move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0466100-91AF-6179-1454-E5874B6E4C3F}"/>
              </a:ext>
            </a:extLst>
          </p:cNvPr>
          <p:cNvCxnSpPr>
            <a:cxnSpLocks/>
            <a:stCxn id="43" idx="2"/>
            <a:endCxn id="47" idx="0"/>
          </p:cNvCxnSpPr>
          <p:nvPr/>
        </p:nvCxnSpPr>
        <p:spPr>
          <a:xfrm>
            <a:off x="1201383" y="5268908"/>
            <a:ext cx="10048" cy="119352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EDA4F7C-0AE2-FA3E-E75F-89988AFFA2CB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4071534" y="5259829"/>
            <a:ext cx="238" cy="121706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F88C644-3114-A8F3-0C20-5E5F94C82CD4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6926385" y="5268148"/>
            <a:ext cx="1830" cy="117973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AD9EDAE-39B5-BAC7-3995-FF41AFB578E0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9778021" y="5261372"/>
            <a:ext cx="1830" cy="119490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740D86A-7530-CEE2-0C97-9B754389017D}"/>
              </a:ext>
            </a:extLst>
          </p:cNvPr>
          <p:cNvCxnSpPr/>
          <p:nvPr/>
        </p:nvCxnSpPr>
        <p:spPr>
          <a:xfrm>
            <a:off x="1212244" y="5842501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DE99CC2-EC7A-8D80-B7F8-5395C3696092}"/>
              </a:ext>
            </a:extLst>
          </p:cNvPr>
          <p:cNvCxnSpPr/>
          <p:nvPr/>
        </p:nvCxnSpPr>
        <p:spPr>
          <a:xfrm>
            <a:off x="4077089" y="5840493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F40AD88-DE62-CB13-BCDF-CCBED7E65C47}"/>
              </a:ext>
            </a:extLst>
          </p:cNvPr>
          <p:cNvCxnSpPr/>
          <p:nvPr/>
        </p:nvCxnSpPr>
        <p:spPr>
          <a:xfrm>
            <a:off x="6955163" y="5840493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2AE89CF-0D66-C5A5-E3A5-419F27D7A60A}"/>
              </a:ext>
            </a:extLst>
          </p:cNvPr>
          <p:cNvCxnSpPr/>
          <p:nvPr/>
        </p:nvCxnSpPr>
        <p:spPr>
          <a:xfrm>
            <a:off x="9795563" y="5840493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29D8972-B388-EAE4-E06A-035AE1312F67}"/>
              </a:ext>
            </a:extLst>
          </p:cNvPr>
          <p:cNvSpPr txBox="1"/>
          <p:nvPr/>
        </p:nvSpPr>
        <p:spPr>
          <a:xfrm>
            <a:off x="4276352" y="5360973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8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2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</a:t>
            </a:r>
          </a:p>
          <a:p>
            <a:r>
              <a:rPr lang="en-US" sz="1200" b="1" dirty="0"/>
              <a:t>1</a:t>
            </a:r>
            <a:r>
              <a:rPr lang="en-US" sz="1200" dirty="0"/>
              <a:t> Permanent move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4C2FC7E-CF82-CC8A-8149-F4E0FFBB317F}"/>
              </a:ext>
            </a:extLst>
          </p:cNvPr>
          <p:cNvSpPr txBox="1"/>
          <p:nvPr/>
        </p:nvSpPr>
        <p:spPr>
          <a:xfrm>
            <a:off x="7151181" y="5354253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3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</a:t>
            </a:r>
          </a:p>
          <a:p>
            <a:r>
              <a:rPr lang="en-US" sz="1200" b="1" dirty="0"/>
              <a:t>0</a:t>
            </a:r>
            <a:r>
              <a:rPr lang="en-US" sz="1200" dirty="0"/>
              <a:t> Permanent move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A9238F-8536-5291-4A09-8B5A0AFCFC56}"/>
              </a:ext>
            </a:extLst>
          </p:cNvPr>
          <p:cNvSpPr txBox="1"/>
          <p:nvPr/>
        </p:nvSpPr>
        <p:spPr>
          <a:xfrm>
            <a:off x="9977286" y="5332662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1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2 </a:t>
            </a:r>
            <a:r>
              <a:rPr lang="en-US" sz="1200" dirty="0"/>
              <a:t>refused</a:t>
            </a:r>
          </a:p>
          <a:p>
            <a:r>
              <a:rPr lang="en-US" sz="1200" b="1" dirty="0"/>
              <a:t>1</a:t>
            </a:r>
            <a:r>
              <a:rPr lang="en-US" sz="1200" dirty="0"/>
              <a:t> Permanent move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6114</TotalTime>
  <Words>249</Words>
  <Application>Microsoft Office PowerPoint</Application>
  <PresentationFormat>Widescreen</PresentationFormat>
  <Paragraphs>78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10</cp:revision>
  <dcterms:created xsi:type="dcterms:W3CDTF">2024-04-26T15:51:54Z</dcterms:created>
  <dcterms:modified xsi:type="dcterms:W3CDTF">2024-11-19T15:03:26Z</dcterms:modified>
</cp:coreProperties>
</file>