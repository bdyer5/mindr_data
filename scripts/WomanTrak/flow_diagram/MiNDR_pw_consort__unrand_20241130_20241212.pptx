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>
        <p:scale>
          <a:sx n="75" d="100"/>
          <a:sy n="75" d="100"/>
        </p:scale>
        <p:origin x="324" y="-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EA29CB83-29B7-4853-A791-5EF3E308452D}"/>
    <pc:docChg chg="undo custSel modSld">
      <pc:chgData name="Brian Dyer" userId="f4d252ae-ea01-4f62-a905-b25723068793" providerId="ADAL" clId="{EA29CB83-29B7-4853-A791-5EF3E308452D}" dt="2024-12-16T20:57:38.726" v="152" actId="20577"/>
      <pc:docMkLst>
        <pc:docMk/>
      </pc:docMkLst>
      <pc:sldChg chg="modSp mod">
        <pc:chgData name="Brian Dyer" userId="f4d252ae-ea01-4f62-a905-b25723068793" providerId="ADAL" clId="{EA29CB83-29B7-4853-A791-5EF3E308452D}" dt="2024-12-16T20:57:38.726" v="152" actId="20577"/>
        <pc:sldMkLst>
          <pc:docMk/>
          <pc:sldMk cId="0" sldId="313"/>
        </pc:sldMkLst>
        <pc:spChg chg="mod">
          <ac:chgData name="Brian Dyer" userId="f4d252ae-ea01-4f62-a905-b25723068793" providerId="ADAL" clId="{EA29CB83-29B7-4853-A791-5EF3E308452D}" dt="2024-12-16T20:06:12.891" v="22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23:01.740" v="72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4:42.780" v="124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6:30.858" v="141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6:18.171" v="24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3:41.037" v="1" actId="20577"/>
          <ac:spMkLst>
            <pc:docMk/>
            <pc:sldMk cId="0" sldId="313"/>
            <ac:spMk id="38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3:43.947" v="3" actId="20577"/>
          <ac:spMkLst>
            <pc:docMk/>
            <pc:sldMk cId="0" sldId="313"/>
            <ac:spMk id="39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3:48.731" v="7" actId="20577"/>
          <ac:spMkLst>
            <pc:docMk/>
            <pc:sldMk cId="0" sldId="313"/>
            <ac:spMk id="40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3:51.434" v="9" actId="20577"/>
          <ac:spMkLst>
            <pc:docMk/>
            <pc:sldMk cId="0" sldId="313"/>
            <ac:spMk id="41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25:48.060" v="9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25:53.026" v="92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25:55.923" v="94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12:47.224" v="30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33:51.190" v="108" actId="20577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16.898" v="126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6:44.091" v="144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05:54.394" v="20" actId="20577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24:26.523" v="88" actId="20577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4:56.355" v="125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6:26.831" v="139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13:18.285" v="40" actId="20577"/>
          <ac:spMkLst>
            <pc:docMk/>
            <pc:sldMk cId="0" sldId="313"/>
            <ac:spMk id="98" creationId="{76B7BF97-FD29-4B8E-84DF-E115D1549723}"/>
          </ac:spMkLst>
        </pc:spChg>
        <pc:spChg chg="mod">
          <ac:chgData name="Brian Dyer" userId="f4d252ae-ea01-4f62-a905-b25723068793" providerId="ADAL" clId="{EA29CB83-29B7-4853-A791-5EF3E308452D}" dt="2024-12-16T20:13:04.182" v="34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35:09.506" v="120" actId="20577"/>
          <ac:spMkLst>
            <pc:docMk/>
            <pc:sldMk cId="0" sldId="313"/>
            <ac:spMk id="103" creationId="{C1615B3A-3FBA-41A3-9641-481CD0C6BE52}"/>
          </ac:spMkLst>
        </pc:spChg>
        <pc:spChg chg="mod">
          <ac:chgData name="Brian Dyer" userId="f4d252ae-ea01-4f62-a905-b25723068793" providerId="ADAL" clId="{EA29CB83-29B7-4853-A791-5EF3E308452D}" dt="2024-12-16T20:34:07.130" v="110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24.042" v="128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6:49.995" v="146" actId="20577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29.744" v="129"/>
          <ac:spMkLst>
            <pc:docMk/>
            <pc:sldMk cId="0" sldId="313"/>
            <ac:spMk id="107" creationId="{EA6597A6-3B92-4EBD-9626-A72B2B148FA0}"/>
          </ac:spMkLst>
        </pc:spChg>
        <pc:spChg chg="mod">
          <ac:chgData name="Brian Dyer" userId="f4d252ae-ea01-4f62-a905-b25723068793" providerId="ADAL" clId="{EA29CB83-29B7-4853-A791-5EF3E308452D}" dt="2024-12-16T20:56:55.711" v="147"/>
          <ac:spMkLst>
            <pc:docMk/>
            <pc:sldMk cId="0" sldId="313"/>
            <ac:spMk id="108" creationId="{8C374FDB-5D21-4B43-8585-B1F0B70ED270}"/>
          </ac:spMkLst>
        </pc:spChg>
        <pc:spChg chg="mod">
          <ac:chgData name="Brian Dyer" userId="f4d252ae-ea01-4f62-a905-b25723068793" providerId="ADAL" clId="{EA29CB83-29B7-4853-A791-5EF3E308452D}" dt="2024-12-16T20:13:33.803" v="44" actId="20577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37.812" v="133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7:10.955" v="149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14:38.330" v="64" actId="6549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14:31.756" v="59" actId="20577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58.614" v="138" actId="20577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7:38.726" v="152" actId="20577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13:43.771" v="46" actId="20577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3:26.331" v="122" actId="20577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5:44.459" v="135" actId="20577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EA29CB83-29B7-4853-A791-5EF3E308452D}" dt="2024-12-16T20:57:33.676" v="151" actId="20577"/>
          <ac:spMkLst>
            <pc:docMk/>
            <pc:sldMk cId="0" sldId="313"/>
            <ac:spMk id="1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93" y="427095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0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0</a:t>
            </a:r>
            <a:r>
              <a:rPr lang="en-US" sz="1050" dirty="0"/>
              <a:t> Refused Ultrasound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  <a:p>
            <a:r>
              <a:rPr lang="en-US" sz="1050" b="1" dirty="0"/>
              <a:t>0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3227" y="2857588"/>
            <a:ext cx="2711" cy="140068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052" y="2860587"/>
            <a:ext cx="5442" cy="137666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0045" y="2862382"/>
            <a:ext cx="14151" cy="13748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0969" y="2855802"/>
            <a:ext cx="10214" cy="139944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7882" y="426187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9325" y="42582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2836" y="42666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2612" y="4611397"/>
            <a:ext cx="224853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2510" y="4600725"/>
            <a:ext cx="2247480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5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2190" y="4608497"/>
            <a:ext cx="220092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2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00569" y="4609902"/>
            <a:ext cx="2262363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23227" y="4542039"/>
            <a:ext cx="2712" cy="11436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3386493" y="4536380"/>
            <a:ext cx="12718" cy="117018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>
            <a:off x="6264196" y="4534428"/>
            <a:ext cx="0" cy="11833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111183" y="4543023"/>
            <a:ext cx="1" cy="11326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6595" y="497735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6191" y="497751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9335" y="498214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104449" y="497556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837" y="56915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7226" y="571778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28862" y="57232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9571" y="56958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65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493" y="730607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7882" y="729699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1200" y="729338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59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2836" y="73017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493" y="81183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7226" y="811787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1</a:t>
            </a:r>
            <a:r>
              <a:rPr lang="en-US" sz="1200" dirty="0"/>
              <a:t> still born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1199" y="8114272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1</a:t>
            </a:r>
            <a:r>
              <a:rPr lang="en-US" sz="1200" dirty="0"/>
              <a:t> still born infant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2836" y="81140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49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1955" y="7717332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5938" y="7577156"/>
            <a:ext cx="0" cy="5213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24821" y="784429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84475" y="7711859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 flipH="1">
            <a:off x="3381052" y="7571496"/>
            <a:ext cx="5440" cy="5270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7341" y="783881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8000" y="7718316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>
            <a:off x="6276071" y="7569544"/>
            <a:ext cx="0" cy="52898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70866" y="784527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304770" y="7718317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5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7636" y="7578139"/>
            <a:ext cx="3547" cy="5203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7636" y="784527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7154" y="426062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73233" y="570751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266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6498" y="72774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230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6498" y="809852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207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 flipH="1">
            <a:off x="531254" y="5984518"/>
            <a:ext cx="1420" cy="130886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 flipH="1">
            <a:off x="3386191" y="5992290"/>
            <a:ext cx="9646" cy="128519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 flipH="1">
            <a:off x="6270866" y="5994787"/>
            <a:ext cx="2867" cy="12986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 flipH="1">
            <a:off x="9111183" y="5972241"/>
            <a:ext cx="6736" cy="130524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72031" y="6102453"/>
            <a:ext cx="220519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41929" y="6102638"/>
            <a:ext cx="219347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4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31507" y="6097895"/>
            <a:ext cx="2167408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66620" y="6099580"/>
            <a:ext cx="2212391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9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2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39409" y="632445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409005" y="632462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86945" y="6329252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32578" y="6322673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9313</TotalTime>
  <Words>455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38</cp:revision>
  <dcterms:created xsi:type="dcterms:W3CDTF">2024-04-26T15:51:54Z</dcterms:created>
  <dcterms:modified xsi:type="dcterms:W3CDTF">2024-12-16T21:00:43Z</dcterms:modified>
</cp:coreProperties>
</file>