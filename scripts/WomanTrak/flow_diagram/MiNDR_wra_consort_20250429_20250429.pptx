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37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Dyer" userId="f4d252ae-ea01-4f62-a905-b25723068793" providerId="ADAL" clId="{152B85CF-89B2-41B1-B522-F1F8F89422E0}"/>
    <pc:docChg chg="undo custSel modSld">
      <pc:chgData name="Brian Dyer" userId="f4d252ae-ea01-4f62-a905-b25723068793" providerId="ADAL" clId="{152B85CF-89B2-41B1-B522-F1F8F89422E0}" dt="2024-12-18T07:35:52.156" v="67" actId="20577"/>
      <pc:docMkLst>
        <pc:docMk/>
      </pc:docMkLst>
      <pc:sldChg chg="delSp modSp mod">
        <pc:chgData name="Brian Dyer" userId="f4d252ae-ea01-4f62-a905-b25723068793" providerId="ADAL" clId="{152B85CF-89B2-41B1-B522-F1F8F89422E0}" dt="2024-12-18T07:35:52.156" v="67" actId="20577"/>
        <pc:sldMkLst>
          <pc:docMk/>
          <pc:sldMk cId="0" sldId="312"/>
        </pc:sldMkLst>
        <pc:spChg chg="mod topLvl">
          <ac:chgData name="Brian Dyer" userId="f4d252ae-ea01-4f62-a905-b25723068793" providerId="ADAL" clId="{152B85CF-89B2-41B1-B522-F1F8F89422E0}" dt="2024-12-18T07:16:51.679" v="0" actId="165"/>
          <ac:spMkLst>
            <pc:docMk/>
            <pc:sldMk cId="0" sldId="312"/>
            <ac:spMk id="4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6:51.679" v="0" actId="165"/>
          <ac:spMkLst>
            <pc:docMk/>
            <pc:sldMk cId="0" sldId="312"/>
            <ac:spMk id="5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02.302" v="5" actId="1076"/>
          <ac:spMkLst>
            <pc:docMk/>
            <pc:sldMk cId="0" sldId="312"/>
            <ac:spMk id="6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20:09.056" v="49" actId="1035"/>
          <ac:spMkLst>
            <pc:docMk/>
            <pc:sldMk cId="0" sldId="312"/>
            <ac:spMk id="7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17.562" v="6" actId="1076"/>
          <ac:spMkLst>
            <pc:docMk/>
            <pc:sldMk cId="0" sldId="312"/>
            <ac:spMk id="8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44.319" v="44" actId="1037"/>
          <ac:spMkLst>
            <pc:docMk/>
            <pc:sldMk cId="0" sldId="312"/>
            <ac:spMk id="9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20:44.236" v="53" actId="20577"/>
          <ac:spMkLst>
            <pc:docMk/>
            <pc:sldMk cId="0" sldId="312"/>
            <ac:spMk id="10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20:38.692" v="51" actId="20577"/>
          <ac:spMkLst>
            <pc:docMk/>
            <pc:sldMk cId="0" sldId="312"/>
            <ac:spMk id="11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20:09.056" v="49" actId="1035"/>
          <ac:spMkLst>
            <pc:docMk/>
            <pc:sldMk cId="0" sldId="312"/>
            <ac:spMk id="12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17.562" v="6" actId="1076"/>
          <ac:spMkLst>
            <pc:docMk/>
            <pc:sldMk cId="0" sldId="312"/>
            <ac:spMk id="13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44.319" v="44" actId="1037"/>
          <ac:spMkLst>
            <pc:docMk/>
            <pc:sldMk cId="0" sldId="312"/>
            <ac:spMk id="14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6:51.679" v="0" actId="165"/>
          <ac:spMkLst>
            <pc:docMk/>
            <pc:sldMk cId="0" sldId="312"/>
            <ac:spMk id="23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23.013" v="8" actId="20577"/>
          <ac:spMkLst>
            <pc:docMk/>
            <pc:sldMk cId="0" sldId="312"/>
            <ac:spMk id="24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28.205" v="9" actId="20577"/>
          <ac:spMkLst>
            <pc:docMk/>
            <pc:sldMk cId="0" sldId="312"/>
            <ac:spMk id="25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32:01.764" v="58" actId="20577"/>
          <ac:spMkLst>
            <pc:docMk/>
            <pc:sldMk cId="0" sldId="312"/>
            <ac:spMk id="26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32:04.363" v="60" actId="20577"/>
          <ac:spMkLst>
            <pc:docMk/>
            <pc:sldMk cId="0" sldId="312"/>
            <ac:spMk id="27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20:09.056" v="49" actId="1035"/>
          <ac:spMkLst>
            <pc:docMk/>
            <pc:sldMk cId="0" sldId="312"/>
            <ac:spMk id="28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17.562" v="6" actId="1076"/>
          <ac:spMkLst>
            <pc:docMk/>
            <pc:sldMk cId="0" sldId="312"/>
            <ac:spMk id="29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44.319" v="44" actId="1037"/>
          <ac:spMkLst>
            <pc:docMk/>
            <pc:sldMk cId="0" sldId="312"/>
            <ac:spMk id="30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02.302" v="5" actId="1076"/>
          <ac:spMkLst>
            <pc:docMk/>
            <pc:sldMk cId="0" sldId="312"/>
            <ac:spMk id="31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27:17.741" v="55" actId="20577"/>
          <ac:spMkLst>
            <pc:docMk/>
            <pc:sldMk cId="0" sldId="312"/>
            <ac:spMk id="43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20:09.056" v="49" actId="1035"/>
          <ac:spMkLst>
            <pc:docMk/>
            <pc:sldMk cId="0" sldId="312"/>
            <ac:spMk id="44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17.562" v="6" actId="1076"/>
          <ac:spMkLst>
            <pc:docMk/>
            <pc:sldMk cId="0" sldId="312"/>
            <ac:spMk id="45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44.319" v="44" actId="1037"/>
          <ac:spMkLst>
            <pc:docMk/>
            <pc:sldMk cId="0" sldId="312"/>
            <ac:spMk id="46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02.302" v="5" actId="1076"/>
          <ac:spMkLst>
            <pc:docMk/>
            <pc:sldMk cId="0" sldId="312"/>
            <ac:spMk id="47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20:09.056" v="49" actId="1035"/>
          <ac:spMkLst>
            <pc:docMk/>
            <pc:sldMk cId="0" sldId="312"/>
            <ac:spMk id="48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17.562" v="6" actId="1076"/>
          <ac:spMkLst>
            <pc:docMk/>
            <pc:sldMk cId="0" sldId="312"/>
            <ac:spMk id="49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9:44.319" v="44" actId="1037"/>
          <ac:spMkLst>
            <pc:docMk/>
            <pc:sldMk cId="0" sldId="312"/>
            <ac:spMk id="50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6:51.679" v="0" actId="165"/>
          <ac:spMkLst>
            <pc:docMk/>
            <pc:sldMk cId="0" sldId="312"/>
            <ac:spMk id="57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6:51.679" v="0" actId="165"/>
          <ac:spMkLst>
            <pc:docMk/>
            <pc:sldMk cId="0" sldId="312"/>
            <ac:spMk id="58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35:04.804" v="62" actId="20577"/>
          <ac:spMkLst>
            <pc:docMk/>
            <pc:sldMk cId="0" sldId="312"/>
            <ac:spMk id="59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35:52.156" v="67" actId="20577"/>
          <ac:spMkLst>
            <pc:docMk/>
            <pc:sldMk cId="0" sldId="312"/>
            <ac:spMk id="60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6:51.679" v="0" actId="165"/>
          <ac:spMkLst>
            <pc:docMk/>
            <pc:sldMk cId="0" sldId="312"/>
            <ac:spMk id="61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16:51.679" v="0" actId="165"/>
          <ac:spMkLst>
            <pc:docMk/>
            <pc:sldMk cId="0" sldId="312"/>
            <ac:spMk id="62" creationId="{00000000-0000-0000-0000-000000000000}"/>
          </ac:spMkLst>
        </pc:spChg>
        <pc:spChg chg="mod topLvl">
          <ac:chgData name="Brian Dyer" userId="f4d252ae-ea01-4f62-a905-b25723068793" providerId="ADAL" clId="{152B85CF-89B2-41B1-B522-F1F8F89422E0}" dt="2024-12-18T07:20:09.056" v="49" actId="1035"/>
          <ac:spMkLst>
            <pc:docMk/>
            <pc:sldMk cId="0" sldId="312"/>
            <ac:spMk id="63" creationId="{998887A8-59F6-D053-1D12-EF99F0EA80E9}"/>
          </ac:spMkLst>
        </pc:spChg>
        <pc:spChg chg="mod topLvl">
          <ac:chgData name="Brian Dyer" userId="f4d252ae-ea01-4f62-a905-b25723068793" providerId="ADAL" clId="{152B85CF-89B2-41B1-B522-F1F8F89422E0}" dt="2024-12-18T07:19:17.562" v="6" actId="1076"/>
          <ac:spMkLst>
            <pc:docMk/>
            <pc:sldMk cId="0" sldId="312"/>
            <ac:spMk id="64" creationId="{38128B8C-7740-16F5-89A2-85D01F44FE15}"/>
          </ac:spMkLst>
        </pc:spChg>
        <pc:spChg chg="mod topLvl">
          <ac:chgData name="Brian Dyer" userId="f4d252ae-ea01-4f62-a905-b25723068793" providerId="ADAL" clId="{152B85CF-89B2-41B1-B522-F1F8F89422E0}" dt="2024-12-18T07:19:44.319" v="44" actId="1037"/>
          <ac:spMkLst>
            <pc:docMk/>
            <pc:sldMk cId="0" sldId="312"/>
            <ac:spMk id="65" creationId="{86531022-5B6F-7A5E-9363-D8A88B94E1B9}"/>
          </ac:spMkLst>
        </pc:spChg>
        <pc:spChg chg="mod topLvl">
          <ac:chgData name="Brian Dyer" userId="f4d252ae-ea01-4f62-a905-b25723068793" providerId="ADAL" clId="{152B85CF-89B2-41B1-B522-F1F8F89422E0}" dt="2024-12-18T07:30:18.389" v="56" actId="20577"/>
          <ac:spMkLst>
            <pc:docMk/>
            <pc:sldMk cId="0" sldId="312"/>
            <ac:spMk id="66" creationId="{AE1CA827-5FF4-EC18-560D-7138905D957E}"/>
          </ac:spMkLst>
        </pc:spChg>
        <pc:spChg chg="mod topLvl">
          <ac:chgData name="Brian Dyer" userId="f4d252ae-ea01-4f62-a905-b25723068793" providerId="ADAL" clId="{152B85CF-89B2-41B1-B522-F1F8F89422E0}" dt="2024-12-18T07:20:09.056" v="49" actId="1035"/>
          <ac:spMkLst>
            <pc:docMk/>
            <pc:sldMk cId="0" sldId="312"/>
            <ac:spMk id="75" creationId="{929D8972-B388-EAE4-E06A-035AE1312F67}"/>
          </ac:spMkLst>
        </pc:spChg>
        <pc:spChg chg="mod topLvl">
          <ac:chgData name="Brian Dyer" userId="f4d252ae-ea01-4f62-a905-b25723068793" providerId="ADAL" clId="{152B85CF-89B2-41B1-B522-F1F8F89422E0}" dt="2024-12-18T07:19:17.562" v="6" actId="1076"/>
          <ac:spMkLst>
            <pc:docMk/>
            <pc:sldMk cId="0" sldId="312"/>
            <ac:spMk id="76" creationId="{A4C2FC7E-CF82-CC8A-8149-F4E0FFBB317F}"/>
          </ac:spMkLst>
        </pc:spChg>
        <pc:spChg chg="mod topLvl">
          <ac:chgData name="Brian Dyer" userId="f4d252ae-ea01-4f62-a905-b25723068793" providerId="ADAL" clId="{152B85CF-89B2-41B1-B522-F1F8F89422E0}" dt="2024-12-18T07:19:44.319" v="44" actId="1037"/>
          <ac:spMkLst>
            <pc:docMk/>
            <pc:sldMk cId="0" sldId="312"/>
            <ac:spMk id="77" creationId="{E6A9238F-8536-5291-4A09-8B5A0AFCFC56}"/>
          </ac:spMkLst>
        </pc:spChg>
        <pc:grpChg chg="del">
          <ac:chgData name="Brian Dyer" userId="f4d252ae-ea01-4f62-a905-b25723068793" providerId="ADAL" clId="{152B85CF-89B2-41B1-B522-F1F8F89422E0}" dt="2024-12-18T07:16:51.679" v="0" actId="165"/>
          <ac:grpSpMkLst>
            <pc:docMk/>
            <pc:sldMk cId="0" sldId="312"/>
            <ac:grpSpMk id="2" creationId="{0ED60567-DE06-45CD-848D-6200693328B4}"/>
          </ac:grpSpMkLst>
        </pc:grpChg>
        <pc:cxnChg chg="mod topLvl">
          <ac:chgData name="Brian Dyer" userId="f4d252ae-ea01-4f62-a905-b25723068793" providerId="ADAL" clId="{152B85CF-89B2-41B1-B522-F1F8F89422E0}" dt="2024-12-18T07:19:02.302" v="5" actId="1076"/>
          <ac:cxnSpMkLst>
            <pc:docMk/>
            <pc:sldMk cId="0" sldId="312"/>
            <ac:cxnSpMk id="15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20:09.056" v="49" actId="1035"/>
          <ac:cxnSpMkLst>
            <pc:docMk/>
            <pc:sldMk cId="0" sldId="312"/>
            <ac:cxnSpMk id="16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17.562" v="6" actId="1076"/>
          <ac:cxnSpMkLst>
            <pc:docMk/>
            <pc:sldMk cId="0" sldId="312"/>
            <ac:cxnSpMk id="17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44.319" v="44" actId="1037"/>
          <ac:cxnSpMkLst>
            <pc:docMk/>
            <pc:sldMk cId="0" sldId="312"/>
            <ac:cxnSpMk id="18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02.302" v="5" actId="1076"/>
          <ac:cxnSpMkLst>
            <pc:docMk/>
            <pc:sldMk cId="0" sldId="312"/>
            <ac:cxnSpMk id="19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20:09.056" v="49" actId="1035"/>
          <ac:cxnSpMkLst>
            <pc:docMk/>
            <pc:sldMk cId="0" sldId="312"/>
            <ac:cxnSpMk id="20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17.562" v="6" actId="1076"/>
          <ac:cxnSpMkLst>
            <pc:docMk/>
            <pc:sldMk cId="0" sldId="312"/>
            <ac:cxnSpMk id="21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44.319" v="44" actId="1037"/>
          <ac:cxnSpMkLst>
            <pc:docMk/>
            <pc:sldMk cId="0" sldId="312"/>
            <ac:cxnSpMk id="22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02.302" v="5" actId="1076"/>
          <ac:cxnSpMkLst>
            <pc:docMk/>
            <pc:sldMk cId="0" sldId="312"/>
            <ac:cxnSpMk id="35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20:09.056" v="49" actId="1035"/>
          <ac:cxnSpMkLst>
            <pc:docMk/>
            <pc:sldMk cId="0" sldId="312"/>
            <ac:cxnSpMk id="36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17.562" v="6" actId="1076"/>
          <ac:cxnSpMkLst>
            <pc:docMk/>
            <pc:sldMk cId="0" sldId="312"/>
            <ac:cxnSpMk id="37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44.319" v="44" actId="1037"/>
          <ac:cxnSpMkLst>
            <pc:docMk/>
            <pc:sldMk cId="0" sldId="312"/>
            <ac:cxnSpMk id="38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02.302" v="5" actId="1076"/>
          <ac:cxnSpMkLst>
            <pc:docMk/>
            <pc:sldMk cId="0" sldId="312"/>
            <ac:cxnSpMk id="39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20:09.056" v="49" actId="1035"/>
          <ac:cxnSpMkLst>
            <pc:docMk/>
            <pc:sldMk cId="0" sldId="312"/>
            <ac:cxnSpMk id="40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17.562" v="6" actId="1076"/>
          <ac:cxnSpMkLst>
            <pc:docMk/>
            <pc:sldMk cId="0" sldId="312"/>
            <ac:cxnSpMk id="41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44.319" v="44" actId="1037"/>
          <ac:cxnSpMkLst>
            <pc:docMk/>
            <pc:sldMk cId="0" sldId="312"/>
            <ac:cxnSpMk id="42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6:51.679" v="0" actId="165"/>
          <ac:cxnSpMkLst>
            <pc:docMk/>
            <pc:sldMk cId="0" sldId="312"/>
            <ac:cxnSpMk id="51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6:51.679" v="0" actId="165"/>
          <ac:cxnSpMkLst>
            <pc:docMk/>
            <pc:sldMk cId="0" sldId="312"/>
            <ac:cxnSpMk id="52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6:51.679" v="0" actId="165"/>
          <ac:cxnSpMkLst>
            <pc:docMk/>
            <pc:sldMk cId="0" sldId="312"/>
            <ac:cxnSpMk id="53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6:51.679" v="0" actId="165"/>
          <ac:cxnSpMkLst>
            <pc:docMk/>
            <pc:sldMk cId="0" sldId="312"/>
            <ac:cxnSpMk id="54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6:51.679" v="0" actId="165"/>
          <ac:cxnSpMkLst>
            <pc:docMk/>
            <pc:sldMk cId="0" sldId="312"/>
            <ac:cxnSpMk id="55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6:51.679" v="0" actId="165"/>
          <ac:cxnSpMkLst>
            <pc:docMk/>
            <pc:sldMk cId="0" sldId="312"/>
            <ac:cxnSpMk id="56" creationId="{00000000-0000-0000-0000-000000000000}"/>
          </ac:cxnSpMkLst>
        </pc:cxnChg>
        <pc:cxnChg chg="mod topLvl">
          <ac:chgData name="Brian Dyer" userId="f4d252ae-ea01-4f62-a905-b25723068793" providerId="ADAL" clId="{152B85CF-89B2-41B1-B522-F1F8F89422E0}" dt="2024-12-18T07:19:02.302" v="5" actId="1076"/>
          <ac:cxnSpMkLst>
            <pc:docMk/>
            <pc:sldMk cId="0" sldId="312"/>
            <ac:cxnSpMk id="67" creationId="{30466100-91AF-6179-1454-E5874B6E4C3F}"/>
          </ac:cxnSpMkLst>
        </pc:cxnChg>
        <pc:cxnChg chg="mod topLvl">
          <ac:chgData name="Brian Dyer" userId="f4d252ae-ea01-4f62-a905-b25723068793" providerId="ADAL" clId="{152B85CF-89B2-41B1-B522-F1F8F89422E0}" dt="2024-12-18T07:20:09.056" v="49" actId="1035"/>
          <ac:cxnSpMkLst>
            <pc:docMk/>
            <pc:sldMk cId="0" sldId="312"/>
            <ac:cxnSpMk id="68" creationId="{2EDA4F7C-0AE2-FA3E-E75F-89988AFFA2CB}"/>
          </ac:cxnSpMkLst>
        </pc:cxnChg>
        <pc:cxnChg chg="mod topLvl">
          <ac:chgData name="Brian Dyer" userId="f4d252ae-ea01-4f62-a905-b25723068793" providerId="ADAL" clId="{152B85CF-89B2-41B1-B522-F1F8F89422E0}" dt="2024-12-18T07:19:17.562" v="6" actId="1076"/>
          <ac:cxnSpMkLst>
            <pc:docMk/>
            <pc:sldMk cId="0" sldId="312"/>
            <ac:cxnSpMk id="69" creationId="{5F88C644-3114-A8F3-0C20-5E5F94C82CD4}"/>
          </ac:cxnSpMkLst>
        </pc:cxnChg>
        <pc:cxnChg chg="mod topLvl">
          <ac:chgData name="Brian Dyer" userId="f4d252ae-ea01-4f62-a905-b25723068793" providerId="ADAL" clId="{152B85CF-89B2-41B1-B522-F1F8F89422E0}" dt="2024-12-18T07:19:44.319" v="44" actId="1037"/>
          <ac:cxnSpMkLst>
            <pc:docMk/>
            <pc:sldMk cId="0" sldId="312"/>
            <ac:cxnSpMk id="70" creationId="{0AD9EDAE-39B5-BAC7-3995-FF41AFB578E0}"/>
          </ac:cxnSpMkLst>
        </pc:cxnChg>
        <pc:cxnChg chg="mod topLvl">
          <ac:chgData name="Brian Dyer" userId="f4d252ae-ea01-4f62-a905-b25723068793" providerId="ADAL" clId="{152B85CF-89B2-41B1-B522-F1F8F89422E0}" dt="2024-12-18T07:19:02.302" v="5" actId="1076"/>
          <ac:cxnSpMkLst>
            <pc:docMk/>
            <pc:sldMk cId="0" sldId="312"/>
            <ac:cxnSpMk id="71" creationId="{2740D86A-7530-CEE2-0C97-9B754389017D}"/>
          </ac:cxnSpMkLst>
        </pc:cxnChg>
        <pc:cxnChg chg="mod topLvl">
          <ac:chgData name="Brian Dyer" userId="f4d252ae-ea01-4f62-a905-b25723068793" providerId="ADAL" clId="{152B85CF-89B2-41B1-B522-F1F8F89422E0}" dt="2024-12-18T07:20:09.056" v="49" actId="1035"/>
          <ac:cxnSpMkLst>
            <pc:docMk/>
            <pc:sldMk cId="0" sldId="312"/>
            <ac:cxnSpMk id="72" creationId="{7DE99CC2-EC7A-8D80-B7F8-5395C3696092}"/>
          </ac:cxnSpMkLst>
        </pc:cxnChg>
        <pc:cxnChg chg="mod topLvl">
          <ac:chgData name="Brian Dyer" userId="f4d252ae-ea01-4f62-a905-b25723068793" providerId="ADAL" clId="{152B85CF-89B2-41B1-B522-F1F8F89422E0}" dt="2024-12-18T07:19:17.562" v="6" actId="1076"/>
          <ac:cxnSpMkLst>
            <pc:docMk/>
            <pc:sldMk cId="0" sldId="312"/>
            <ac:cxnSpMk id="73" creationId="{2F40AD88-DE62-CB13-BCDF-CCBED7E65C47}"/>
          </ac:cxnSpMkLst>
        </pc:cxnChg>
        <pc:cxnChg chg="mod topLvl">
          <ac:chgData name="Brian Dyer" userId="f4d252ae-ea01-4f62-a905-b25723068793" providerId="ADAL" clId="{152B85CF-89B2-41B1-B522-F1F8F89422E0}" dt="2024-12-18T07:19:44.319" v="44" actId="1037"/>
          <ac:cxnSpMkLst>
            <pc:docMk/>
            <pc:sldMk cId="0" sldId="312"/>
            <ac:cxnSpMk id="74" creationId="{C2AE89CF-0D66-C5A5-E3A5-419F27D7A60A}"/>
          </ac:cxnSpMkLst>
        </pc:cxnChg>
      </pc:sldChg>
    </pc:docChg>
  </pc:docChgLst>
  <pc:docChgLst>
    <pc:chgData name="Brian Dyer" userId="f4d252ae-ea01-4f62-a905-b25723068793" providerId="ADAL" clId="{98F96EFB-F085-4B98-B565-8796B3A3E128}"/>
    <pc:docChg chg="modSld">
      <pc:chgData name="Brian Dyer" userId="f4d252ae-ea01-4f62-a905-b25723068793" providerId="ADAL" clId="{98F96EFB-F085-4B98-B565-8796B3A3E128}" dt="2025-04-29T16:50:37.180" v="23" actId="6549"/>
      <pc:docMkLst>
        <pc:docMk/>
      </pc:docMkLst>
      <pc:sldChg chg="modSp mod">
        <pc:chgData name="Brian Dyer" userId="f4d252ae-ea01-4f62-a905-b25723068793" providerId="ADAL" clId="{98F96EFB-F085-4B98-B565-8796B3A3E128}" dt="2025-04-29T16:50:37.180" v="23" actId="6549"/>
        <pc:sldMkLst>
          <pc:docMk/>
          <pc:sldMk cId="0" sldId="312"/>
        </pc:sldMkLst>
        <pc:spChg chg="mod">
          <ac:chgData name="Brian Dyer" userId="f4d252ae-ea01-4f62-a905-b25723068793" providerId="ADAL" clId="{98F96EFB-F085-4B98-B565-8796B3A3E128}" dt="2025-04-29T16:50:28.237" v="20" actId="20577"/>
          <ac:spMkLst>
            <pc:docMk/>
            <pc:sldMk cId="0" sldId="312"/>
            <ac:spMk id="11" creationId="{00000000-0000-0000-0000-000000000000}"/>
          </ac:spMkLst>
        </pc:spChg>
        <pc:spChg chg="mod">
          <ac:chgData name="Brian Dyer" userId="f4d252ae-ea01-4f62-a905-b25723068793" providerId="ADAL" clId="{98F96EFB-F085-4B98-B565-8796B3A3E128}" dt="2025-04-29T16:46:50.538" v="17" actId="20577"/>
          <ac:spMkLst>
            <pc:docMk/>
            <pc:sldMk cId="0" sldId="312"/>
            <ac:spMk id="13" creationId="{00000000-0000-0000-0000-000000000000}"/>
          </ac:spMkLst>
        </pc:spChg>
        <pc:spChg chg="mod">
          <ac:chgData name="Brian Dyer" userId="f4d252ae-ea01-4f62-a905-b25723068793" providerId="ADAL" clId="{98F96EFB-F085-4B98-B565-8796B3A3E128}" dt="2025-04-29T16:50:37.180" v="23" actId="6549"/>
          <ac:spMkLst>
            <pc:docMk/>
            <pc:sldMk cId="0" sldId="312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BE1B0-A9AF-41A9-89BB-5A40073781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1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94981" y="456511"/>
            <a:ext cx="335454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4982" y="1074179"/>
            <a:ext cx="335454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607 women </a:t>
            </a:r>
            <a:r>
              <a:rPr lang="en-US" sz="1200" dirty="0"/>
              <a:t>eligible for WRA 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1639" y="234891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71 </a:t>
            </a:r>
            <a:r>
              <a:rPr lang="en-US" sz="1200" dirty="0"/>
              <a:t>NPNL women enrolled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7334" y="233724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71 </a:t>
            </a:r>
            <a:r>
              <a:rPr lang="en-US" sz="1200" dirty="0"/>
              <a:t>NPNL women enrolled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3807" y="234644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75</a:t>
            </a:r>
            <a:r>
              <a:rPr lang="en-US" sz="1200" dirty="0"/>
              <a:t> NPNL women enrolled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4498" y="234521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72</a:t>
            </a:r>
            <a:r>
              <a:rPr lang="en-US" sz="1200" dirty="0"/>
              <a:t> NPNL women enrolled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6323" y="351284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68</a:t>
            </a:r>
            <a:r>
              <a:rPr lang="en-US" sz="1200" dirty="0"/>
              <a:t> started supplementation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0801" y="2728248"/>
            <a:ext cx="1475061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1</a:t>
            </a:r>
            <a:r>
              <a:rPr lang="en-US" sz="1200" dirty="0"/>
              <a:t> Never Supplemented</a:t>
            </a:r>
            <a:endParaRPr lang="en-US" sz="1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9471450" y="2710512"/>
            <a:ext cx="1534540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1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118946" y="2715969"/>
            <a:ext cx="1548179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6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2</a:t>
            </a:r>
            <a:r>
              <a:rPr lang="en-US" sz="1200" dirty="0"/>
              <a:t> Never Supplemented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9639" y="2721321"/>
            <a:ext cx="1520548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4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1</a:t>
            </a:r>
            <a:r>
              <a:rPr lang="en-US" sz="1200" dirty="0"/>
              <a:t> Never Supplemented</a:t>
            </a:r>
          </a:p>
        </p:txBody>
      </p:sp>
      <p:cxnSp>
        <p:nvCxnSpPr>
          <p:cNvPr id="15" name="Straight Arrow Connector 14"/>
          <p:cNvCxnSpPr>
            <a:stCxn id="6" idx="2"/>
            <a:endCxn id="10" idx="0"/>
          </p:cNvCxnSpPr>
          <p:nvPr/>
        </p:nvCxnSpPr>
        <p:spPr>
          <a:xfrm flipH="1">
            <a:off x="4400658" y="2625919"/>
            <a:ext cx="5316" cy="88692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2"/>
            <a:endCxn id="28" idx="0"/>
          </p:cNvCxnSpPr>
          <p:nvPr/>
        </p:nvCxnSpPr>
        <p:spPr>
          <a:xfrm flipH="1">
            <a:off x="9276352" y="2614238"/>
            <a:ext cx="5317" cy="8782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2"/>
            <a:endCxn id="29" idx="0"/>
          </p:cNvCxnSpPr>
          <p:nvPr/>
        </p:nvCxnSpPr>
        <p:spPr>
          <a:xfrm flipH="1">
            <a:off x="1922826" y="2623444"/>
            <a:ext cx="5316" cy="87452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  <a:stCxn id="9" idx="2"/>
            <a:endCxn id="30" idx="0"/>
          </p:cNvCxnSpPr>
          <p:nvPr/>
        </p:nvCxnSpPr>
        <p:spPr>
          <a:xfrm>
            <a:off x="6808833" y="2622216"/>
            <a:ext cx="2652" cy="88129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398049" y="309563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9282786" y="3081124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922826" y="3093163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6803517" y="3091935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918628" y="1504420"/>
            <a:ext cx="3307255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289  </a:t>
            </a:r>
            <a:r>
              <a:rPr lang="en-US" sz="1200" dirty="0">
                <a:solidFill>
                  <a:schemeClr val="tx1"/>
                </a:solidFill>
              </a:rPr>
              <a:t>NPNL women consented and randomized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108487" y="2105198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A</a:t>
            </a:r>
            <a:endParaRPr 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2651042" y="2080676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B</a:t>
            </a:r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5857828" y="2097729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C</a:t>
            </a:r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8426038" y="2095378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D 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8152017" y="349250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70</a:t>
            </a:r>
            <a:r>
              <a:rPr lang="en-US" sz="1200" dirty="0"/>
              <a:t> started supplementation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491" y="349796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67 </a:t>
            </a:r>
            <a:r>
              <a:rPr lang="en-US" sz="1200" dirty="0"/>
              <a:t>started supplementation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7150" y="350351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67</a:t>
            </a:r>
            <a:r>
              <a:rPr lang="en-US" sz="1200" dirty="0"/>
              <a:t> started supplementation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085" y="3922791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  <a:endParaRPr lang="en-US" sz="1200" b="1" dirty="0"/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Permanently moved</a:t>
            </a:r>
            <a:endParaRPr lang="en-US" sz="1200" b="1" dirty="0"/>
          </a:p>
          <a:p>
            <a:r>
              <a:rPr lang="en-US" sz="1200" b="1" dirty="0"/>
              <a:t>1 </a:t>
            </a:r>
            <a:r>
              <a:rPr lang="en-US" sz="1200" dirty="0"/>
              <a:t>Refused midline visit</a:t>
            </a:r>
          </a:p>
          <a:p>
            <a:r>
              <a:rPr lang="en-US" sz="1200" b="1" dirty="0"/>
              <a:t>0</a:t>
            </a:r>
            <a:r>
              <a:rPr lang="en-US" sz="1200" dirty="0"/>
              <a:t> Not met after 2 weeks</a:t>
            </a:r>
            <a:endParaRPr lang="en-US" sz="1200" b="1" dirty="0"/>
          </a:p>
        </p:txBody>
      </p:sp>
      <p:cxnSp>
        <p:nvCxnSpPr>
          <p:cNvPr id="35" name="Straight Arrow Connector 34"/>
          <p:cNvCxnSpPr>
            <a:cxnSpLocks/>
            <a:stCxn id="10" idx="2"/>
            <a:endCxn id="43" idx="0"/>
          </p:cNvCxnSpPr>
          <p:nvPr/>
        </p:nvCxnSpPr>
        <p:spPr>
          <a:xfrm flipH="1">
            <a:off x="4393923" y="3789843"/>
            <a:ext cx="6735" cy="11987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/>
            <a:stCxn id="28" idx="2"/>
            <a:endCxn id="44" idx="0"/>
          </p:cNvCxnSpPr>
          <p:nvPr/>
        </p:nvCxnSpPr>
        <p:spPr>
          <a:xfrm flipH="1">
            <a:off x="9269617" y="3769506"/>
            <a:ext cx="6735" cy="11987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  <a:stCxn id="29" idx="2"/>
            <a:endCxn id="45" idx="0"/>
          </p:cNvCxnSpPr>
          <p:nvPr/>
        </p:nvCxnSpPr>
        <p:spPr>
          <a:xfrm flipH="1">
            <a:off x="1916091" y="3774965"/>
            <a:ext cx="6735" cy="11987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  <a:stCxn id="30" idx="2"/>
            <a:endCxn id="46" idx="0"/>
          </p:cNvCxnSpPr>
          <p:nvPr/>
        </p:nvCxnSpPr>
        <p:spPr>
          <a:xfrm flipH="1">
            <a:off x="6805747" y="3780513"/>
            <a:ext cx="5738" cy="120710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4391314" y="4386141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9276051" y="4371628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1916091" y="4383667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cxnSpLocks/>
          </p:cNvCxnSpPr>
          <p:nvPr/>
        </p:nvCxnSpPr>
        <p:spPr>
          <a:xfrm>
            <a:off x="6810159" y="4382438"/>
            <a:ext cx="182640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269588" y="498855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63</a:t>
            </a:r>
            <a:r>
              <a:rPr lang="en-US" sz="1200" dirty="0"/>
              <a:t> mid-line visits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5282" y="496821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69</a:t>
            </a:r>
            <a:r>
              <a:rPr lang="en-US" sz="1200" dirty="0"/>
              <a:t> mid-line visits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1756" y="497367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 </a:t>
            </a:r>
            <a:r>
              <a:rPr lang="en-US" sz="1200" dirty="0"/>
              <a:t>mid-line visits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1412" y="498762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</a:t>
            </a:r>
            <a:r>
              <a:rPr lang="en-US" sz="1200" dirty="0"/>
              <a:t> mid-line visits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79636" y="645908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</a:t>
            </a:r>
            <a:r>
              <a:rPr lang="en-US" sz="1200" dirty="0"/>
              <a:t> endline visits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45043" y="643687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</a:t>
            </a:r>
            <a:r>
              <a:rPr lang="en-US" sz="1200" dirty="0"/>
              <a:t> endline visits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3051" y="644233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54 </a:t>
            </a:r>
            <a:r>
              <a:rPr lang="en-US" sz="1200" dirty="0"/>
              <a:t>endline visits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3742" y="645628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57</a:t>
            </a:r>
            <a:r>
              <a:rPr lang="en-US" sz="1200" dirty="0"/>
              <a:t> endline visits</a:t>
            </a:r>
          </a:p>
        </p:txBody>
      </p:sp>
      <p:cxnSp>
        <p:nvCxnSpPr>
          <p:cNvPr id="51" name="Straight Connector 50"/>
          <p:cNvCxnSpPr>
            <a:stCxn id="4" idx="2"/>
            <a:endCxn id="5" idx="0"/>
          </p:cNvCxnSpPr>
          <p:nvPr/>
        </p:nvCxnSpPr>
        <p:spPr>
          <a:xfrm>
            <a:off x="5572256" y="918176"/>
            <a:ext cx="0" cy="15600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5" idx="2"/>
          </p:cNvCxnSpPr>
          <p:nvPr/>
        </p:nvCxnSpPr>
        <p:spPr>
          <a:xfrm flipH="1">
            <a:off x="5572255" y="1351179"/>
            <a:ext cx="1" cy="15324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3" idx="3"/>
          </p:cNvCxnSpPr>
          <p:nvPr/>
        </p:nvCxnSpPr>
        <p:spPr>
          <a:xfrm flipH="1">
            <a:off x="1925782" y="1918853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4757527" y="1977276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5984848" y="1978807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23" idx="5"/>
          </p:cNvCxnSpPr>
          <p:nvPr/>
        </p:nvCxnSpPr>
        <p:spPr>
          <a:xfrm>
            <a:off x="6741546" y="1918853"/>
            <a:ext cx="2331663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1431600" y="2085150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11631566" y="233207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289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11643445" y="350587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272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43445" y="4951888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256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37348" y="6465847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239</a:t>
            </a:r>
            <a:endParaRPr lang="en-US" sz="1200" dirty="0"/>
          </a:p>
        </p:txBody>
      </p:sp>
      <p:sp>
        <p:nvSpPr>
          <p:cNvPr id="62" name="Title 1"/>
          <p:cNvSpPr txBox="1"/>
          <p:nvPr/>
        </p:nvSpPr>
        <p:spPr bwMode="auto">
          <a:xfrm>
            <a:off x="408373" y="368782"/>
            <a:ext cx="2060910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WRA Trial Consort</a:t>
            </a:r>
            <a:endParaRPr lang="en-US" sz="3200" kern="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8887A8-59F6-D053-1D12-EF99F0EA80E9}"/>
              </a:ext>
            </a:extLst>
          </p:cNvPr>
          <p:cNvSpPr txBox="1"/>
          <p:nvPr/>
        </p:nvSpPr>
        <p:spPr>
          <a:xfrm>
            <a:off x="9486388" y="3897101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  <a:endParaRPr lang="en-US" sz="1200" b="1" dirty="0"/>
          </a:p>
          <a:p>
            <a:r>
              <a:rPr lang="en-US" sz="1200" b="1" dirty="0"/>
              <a:t>1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Permanently moved</a:t>
            </a:r>
            <a:endParaRPr lang="en-US" sz="1200" b="1" dirty="0"/>
          </a:p>
          <a:p>
            <a:r>
              <a:rPr lang="en-US" sz="1200" b="1" dirty="0"/>
              <a:t>0 </a:t>
            </a:r>
            <a:r>
              <a:rPr lang="en-US" sz="1200" dirty="0"/>
              <a:t>Refused midline visit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Not met after 2 weeks</a:t>
            </a:r>
            <a:endParaRPr 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128B8C-7740-16F5-89A2-85D01F44FE15}"/>
              </a:ext>
            </a:extLst>
          </p:cNvPr>
          <p:cNvSpPr txBox="1"/>
          <p:nvPr/>
        </p:nvSpPr>
        <p:spPr>
          <a:xfrm>
            <a:off x="2109693" y="3905553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Permanently moved</a:t>
            </a:r>
            <a:endParaRPr lang="en-US" sz="1200" b="1" dirty="0"/>
          </a:p>
          <a:p>
            <a:r>
              <a:rPr lang="en-US" sz="1200" b="1" dirty="0"/>
              <a:t>1 </a:t>
            </a:r>
            <a:r>
              <a:rPr lang="en-US" sz="1200" dirty="0"/>
              <a:t>Refused midline visit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Not met after 2 weeks</a:t>
            </a:r>
            <a:endParaRPr 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531022-5B6F-7A5E-9363-D8A88B94E1B9}"/>
              </a:ext>
            </a:extLst>
          </p:cNvPr>
          <p:cNvSpPr txBox="1"/>
          <p:nvPr/>
        </p:nvSpPr>
        <p:spPr>
          <a:xfrm>
            <a:off x="6971829" y="3900619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Permanently moved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midline visit</a:t>
            </a:r>
          </a:p>
          <a:p>
            <a:r>
              <a:rPr lang="en-US" sz="1200" b="1" dirty="0"/>
              <a:t>1 </a:t>
            </a:r>
            <a:r>
              <a:rPr lang="en-US" sz="1200" dirty="0"/>
              <a:t>Not met after 2 weeks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1CA827-5FF4-EC18-560D-7138905D957E}"/>
              </a:ext>
            </a:extLst>
          </p:cNvPr>
          <p:cNvSpPr txBox="1"/>
          <p:nvPr/>
        </p:nvSpPr>
        <p:spPr>
          <a:xfrm>
            <a:off x="4612635" y="5354912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endline visit</a:t>
            </a:r>
          </a:p>
          <a:p>
            <a:r>
              <a:rPr lang="en-US" sz="1200" b="1" dirty="0"/>
              <a:t>0</a:t>
            </a:r>
            <a:r>
              <a:rPr lang="en-US" sz="1200" dirty="0"/>
              <a:t> Permanently moved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0466100-91AF-6179-1454-E5874B6E4C3F}"/>
              </a:ext>
            </a:extLst>
          </p:cNvPr>
          <p:cNvCxnSpPr>
            <a:cxnSpLocks/>
            <a:stCxn id="43" idx="2"/>
            <a:endCxn id="47" idx="0"/>
          </p:cNvCxnSpPr>
          <p:nvPr/>
        </p:nvCxnSpPr>
        <p:spPr>
          <a:xfrm>
            <a:off x="4393922" y="5265553"/>
            <a:ext cx="10048" cy="119352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EDA4F7C-0AE2-FA3E-E75F-89988AFFA2CB}"/>
              </a:ext>
            </a:extLst>
          </p:cNvPr>
          <p:cNvCxnSpPr>
            <a:cxnSpLocks/>
            <a:stCxn id="44" idx="2"/>
          </p:cNvCxnSpPr>
          <p:nvPr/>
        </p:nvCxnSpPr>
        <p:spPr>
          <a:xfrm flipH="1">
            <a:off x="9269378" y="5245215"/>
            <a:ext cx="238" cy="121706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F88C644-3114-A8F3-0C20-5E5F94C82CD4}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1907386" y="5262600"/>
            <a:ext cx="1830" cy="117973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AD9EDAE-39B5-BAC7-3995-FF41AFB578E0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6788077" y="5261370"/>
            <a:ext cx="1830" cy="11949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740D86A-7530-CEE2-0C97-9B754389017D}"/>
              </a:ext>
            </a:extLst>
          </p:cNvPr>
          <p:cNvCxnSpPr/>
          <p:nvPr/>
        </p:nvCxnSpPr>
        <p:spPr>
          <a:xfrm>
            <a:off x="4404783" y="5839144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DE99CC2-EC7A-8D80-B7F8-5395C3696092}"/>
              </a:ext>
            </a:extLst>
          </p:cNvPr>
          <p:cNvCxnSpPr/>
          <p:nvPr/>
        </p:nvCxnSpPr>
        <p:spPr>
          <a:xfrm>
            <a:off x="9274933" y="5825877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F40AD88-DE62-CB13-BCDF-CCBED7E65C47}"/>
              </a:ext>
            </a:extLst>
          </p:cNvPr>
          <p:cNvCxnSpPr/>
          <p:nvPr/>
        </p:nvCxnSpPr>
        <p:spPr>
          <a:xfrm>
            <a:off x="1936163" y="5834943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2AE89CF-0D66-C5A5-E3A5-419F27D7A60A}"/>
              </a:ext>
            </a:extLst>
          </p:cNvPr>
          <p:cNvCxnSpPr/>
          <p:nvPr/>
        </p:nvCxnSpPr>
        <p:spPr>
          <a:xfrm>
            <a:off x="6805619" y="5840491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29D8972-B388-EAE4-E06A-035AE1312F67}"/>
              </a:ext>
            </a:extLst>
          </p:cNvPr>
          <p:cNvSpPr txBox="1"/>
          <p:nvPr/>
        </p:nvSpPr>
        <p:spPr>
          <a:xfrm>
            <a:off x="9474197" y="5346358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2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endline visit</a:t>
            </a:r>
          </a:p>
          <a:p>
            <a:r>
              <a:rPr lang="en-US" sz="1200" b="1" dirty="0"/>
              <a:t>1</a:t>
            </a:r>
            <a:r>
              <a:rPr lang="en-US" sz="1200" dirty="0"/>
              <a:t> Permanently moved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4C2FC7E-CF82-CC8A-8149-F4E0FFBB317F}"/>
              </a:ext>
            </a:extLst>
          </p:cNvPr>
          <p:cNvSpPr txBox="1"/>
          <p:nvPr/>
        </p:nvSpPr>
        <p:spPr>
          <a:xfrm>
            <a:off x="2132183" y="5348704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4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3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endline visit</a:t>
            </a:r>
          </a:p>
          <a:p>
            <a:r>
              <a:rPr lang="en-US" sz="1200" b="1" dirty="0"/>
              <a:t>0</a:t>
            </a:r>
            <a:r>
              <a:rPr lang="en-US" sz="1200" dirty="0"/>
              <a:t> Permanently moved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A9238F-8536-5291-4A09-8B5A0AFCFC56}"/>
              </a:ext>
            </a:extLst>
          </p:cNvPr>
          <p:cNvSpPr txBox="1"/>
          <p:nvPr/>
        </p:nvSpPr>
        <p:spPr>
          <a:xfrm>
            <a:off x="6987342" y="5332660"/>
            <a:ext cx="1753981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1 </a:t>
            </a:r>
            <a:r>
              <a:rPr lang="en-US" sz="1200" dirty="0"/>
              <a:t>Became pregnant</a:t>
            </a:r>
          </a:p>
          <a:p>
            <a:r>
              <a:rPr lang="en-US" sz="1200" b="1" dirty="0"/>
              <a:t>2 </a:t>
            </a:r>
            <a:r>
              <a:rPr lang="en-US" sz="1200" dirty="0"/>
              <a:t>Refused endline visit</a:t>
            </a:r>
          </a:p>
          <a:p>
            <a:r>
              <a:rPr lang="en-US" sz="1200" b="1" dirty="0"/>
              <a:t>1</a:t>
            </a:r>
            <a:r>
              <a:rPr lang="en-US" sz="1200" dirty="0"/>
              <a:t> Permanently moved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7494</TotalTime>
  <Words>256</Words>
  <Application>Microsoft Office PowerPoint</Application>
  <PresentationFormat>Widescreen</PresentationFormat>
  <Paragraphs>78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Brian Dyer</cp:lastModifiedBy>
  <cp:revision>16</cp:revision>
  <dcterms:created xsi:type="dcterms:W3CDTF">2024-04-26T15:51:54Z</dcterms:created>
  <dcterms:modified xsi:type="dcterms:W3CDTF">2025-04-30T14:06:49Z</dcterms:modified>
</cp:coreProperties>
</file>