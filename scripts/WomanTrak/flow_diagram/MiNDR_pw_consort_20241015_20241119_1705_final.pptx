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3" r:id="rId2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37" autoAdjust="0"/>
  </p:normalViewPr>
  <p:slideViewPr>
    <p:cSldViewPr snapToGrid="0">
      <p:cViewPr varScale="1">
        <p:scale>
          <a:sx n="81" d="100"/>
          <a:sy n="81" d="100"/>
        </p:scale>
        <p:origin x="17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294FF479-0247-41E1-AA8A-1EE41B2B4732}"/>
    <pc:docChg chg="modSld">
      <pc:chgData name="Brian Dyer" userId="f4d252ae-ea01-4f62-a905-b25723068793" providerId="ADAL" clId="{294FF479-0247-41E1-AA8A-1EE41B2B4732}" dt="2024-11-22T15:21:38.676" v="5" actId="20577"/>
      <pc:docMkLst>
        <pc:docMk/>
      </pc:docMkLst>
      <pc:sldChg chg="modSp mod">
        <pc:chgData name="Brian Dyer" userId="f4d252ae-ea01-4f62-a905-b25723068793" providerId="ADAL" clId="{294FF479-0247-41E1-AA8A-1EE41B2B4732}" dt="2024-11-22T15:21:38.676" v="5" actId="20577"/>
        <pc:sldMkLst>
          <pc:docMk/>
          <pc:sldMk cId="0" sldId="313"/>
        </pc:sldMkLst>
        <pc:spChg chg="mod">
          <ac:chgData name="Brian Dyer" userId="f4d252ae-ea01-4f62-a905-b25723068793" providerId="ADAL" clId="{294FF479-0247-41E1-AA8A-1EE41B2B4732}" dt="2024-11-22T15:21:29.165" v="3" actId="20577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294FF479-0247-41E1-AA8A-1EE41B2B4732}" dt="2024-11-22T15:21:38.676" v="5" actId="20577"/>
          <ac:spMkLst>
            <pc:docMk/>
            <pc:sldMk cId="0" sldId="313"/>
            <ac:spMk id="19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84909" y="486861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0883" y="876095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883" y="1253328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93" y="2586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7883" y="25860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9325" y="25862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2836" y="257944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93" y="427095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15227" y="1264439"/>
            <a:ext cx="320161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</a:t>
            </a:r>
            <a:r>
              <a:rPr lang="en-US" sz="1200" dirty="0"/>
              <a:t>Ineligible, gestational age &gt;=16 weeks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766" y="2933414"/>
            <a:ext cx="224866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76275" y="2930356"/>
            <a:ext cx="224839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66876" y="2928403"/>
            <a:ext cx="2210644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Refused supplementation/not met</a:t>
            </a:r>
            <a:endParaRPr lang="en-US" sz="1050" i="0" dirty="0">
              <a:solidFill>
                <a:srgbClr val="000000"/>
              </a:solidFill>
              <a:effectLst/>
              <a:latin typeface="Aptos (Body)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301988" y="2928403"/>
            <a:ext cx="2255628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cxnSp>
        <p:nvCxnSpPr>
          <p:cNvPr id="101" name="Straight Arrow Connector 100"/>
          <p:cNvCxnSpPr>
            <a:cxnSpLocks/>
          </p:cNvCxnSpPr>
          <p:nvPr/>
        </p:nvCxnSpPr>
        <p:spPr>
          <a:xfrm flipH="1">
            <a:off x="523227" y="2857588"/>
            <a:ext cx="2711" cy="140068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cxnSpLocks/>
          </p:cNvCxnSpPr>
          <p:nvPr/>
        </p:nvCxnSpPr>
        <p:spPr>
          <a:xfrm flipH="1">
            <a:off x="3381052" y="2860587"/>
            <a:ext cx="5442" cy="137666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cxnSpLocks/>
          </p:cNvCxnSpPr>
          <p:nvPr/>
        </p:nvCxnSpPr>
        <p:spPr>
          <a:xfrm flipH="1">
            <a:off x="6250045" y="2862382"/>
            <a:ext cx="14151" cy="137486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cxnSpLocks/>
          </p:cNvCxnSpPr>
          <p:nvPr/>
        </p:nvCxnSpPr>
        <p:spPr>
          <a:xfrm flipH="1">
            <a:off x="9100969" y="2855802"/>
            <a:ext cx="10214" cy="139944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518014" y="330080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387610" y="330096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270754" y="330559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105868" y="329901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27021" y="173865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100094" y="233943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59435" y="23149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66221" y="233196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34431" y="232961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67882" y="426187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9325" y="425827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2836" y="42666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2612" y="4611397"/>
            <a:ext cx="224853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5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4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2510" y="4600725"/>
            <a:ext cx="2247480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4 </a:t>
            </a:r>
            <a:r>
              <a:rPr lang="en-US" sz="1050" dirty="0"/>
              <a:t>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2190" y="4608497"/>
            <a:ext cx="220092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3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00569" y="4609902"/>
            <a:ext cx="2262363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6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cxnSp>
        <p:nvCxnSpPr>
          <p:cNvPr id="82" name="Straight Arrow Connector 81"/>
          <p:cNvCxnSpPr>
            <a:cxnSpLocks/>
          </p:cNvCxnSpPr>
          <p:nvPr/>
        </p:nvCxnSpPr>
        <p:spPr>
          <a:xfrm flipH="1">
            <a:off x="523227" y="4542039"/>
            <a:ext cx="2712" cy="114362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</p:cNvCxnSpPr>
          <p:nvPr/>
        </p:nvCxnSpPr>
        <p:spPr>
          <a:xfrm>
            <a:off x="3386493" y="4536380"/>
            <a:ext cx="12718" cy="117018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cxnSpLocks/>
          </p:cNvCxnSpPr>
          <p:nvPr/>
        </p:nvCxnSpPr>
        <p:spPr>
          <a:xfrm>
            <a:off x="6264196" y="4534428"/>
            <a:ext cx="0" cy="118336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cxnSpLocks/>
          </p:cNvCxnSpPr>
          <p:nvPr/>
        </p:nvCxnSpPr>
        <p:spPr>
          <a:xfrm flipH="1">
            <a:off x="9111183" y="4543023"/>
            <a:ext cx="1" cy="11326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516595" y="497735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3386191" y="497751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269335" y="4982147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104449" y="497556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06837" y="56915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77226" y="571778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28862" y="572329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9571" y="569588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7493" y="730607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67882" y="729699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47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31200" y="729338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54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2836" y="73017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50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493" y="811836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7226" y="811787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40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31199" y="811427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2836" y="81140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1955" y="7717332"/>
            <a:ext cx="223919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cxnSpLocks/>
          </p:cNvCxnSpPr>
          <p:nvPr/>
        </p:nvCxnSpPr>
        <p:spPr>
          <a:xfrm>
            <a:off x="525938" y="7577156"/>
            <a:ext cx="0" cy="5213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cxnSpLocks/>
            <a:endCxn id="132" idx="1"/>
          </p:cNvCxnSpPr>
          <p:nvPr/>
        </p:nvCxnSpPr>
        <p:spPr>
          <a:xfrm flipV="1">
            <a:off x="524821" y="7844290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584475" y="7711859"/>
            <a:ext cx="2248668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cxnSpLocks/>
          </p:cNvCxnSpPr>
          <p:nvPr/>
        </p:nvCxnSpPr>
        <p:spPr>
          <a:xfrm flipH="1">
            <a:off x="3381052" y="7571496"/>
            <a:ext cx="5440" cy="52703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cxnSpLocks/>
            <a:endCxn id="164" idx="1"/>
          </p:cNvCxnSpPr>
          <p:nvPr/>
        </p:nvCxnSpPr>
        <p:spPr>
          <a:xfrm flipV="1">
            <a:off x="3387341" y="7838817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468000" y="7718316"/>
            <a:ext cx="221064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11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cxnSpLocks/>
          </p:cNvCxnSpPr>
          <p:nvPr/>
        </p:nvCxnSpPr>
        <p:spPr>
          <a:xfrm>
            <a:off x="6276071" y="7569544"/>
            <a:ext cx="0" cy="52898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cxnSpLocks/>
            <a:endCxn id="167" idx="1"/>
          </p:cNvCxnSpPr>
          <p:nvPr/>
        </p:nvCxnSpPr>
        <p:spPr>
          <a:xfrm flipV="1">
            <a:off x="6270866" y="7845274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304770" y="7718317"/>
            <a:ext cx="225816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cxnSpLocks/>
          </p:cNvCxnSpPr>
          <p:nvPr/>
        </p:nvCxnSpPr>
        <p:spPr>
          <a:xfrm flipH="1">
            <a:off x="9107636" y="7578139"/>
            <a:ext cx="3547" cy="52039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107636" y="7845275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80648" y="763860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80648" y="1153093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80648" y="1530326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34175" y="215308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65920" y="221150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5993242" y="221303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49939" y="215308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39993" y="231938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39959" y="256630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57154" y="426062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301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73233" y="570751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246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66498" y="727748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196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66498" y="809852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165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80649" y="1632611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cxnSpLocks/>
          </p:cNvCxnSpPr>
          <p:nvPr/>
        </p:nvCxnSpPr>
        <p:spPr>
          <a:xfrm flipH="1">
            <a:off x="531254" y="5984518"/>
            <a:ext cx="1420" cy="130886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cxnSpLocks/>
          </p:cNvCxnSpPr>
          <p:nvPr/>
        </p:nvCxnSpPr>
        <p:spPr>
          <a:xfrm flipH="1">
            <a:off x="3386191" y="5992290"/>
            <a:ext cx="9646" cy="128519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cxnSpLocks/>
          </p:cNvCxnSpPr>
          <p:nvPr/>
        </p:nvCxnSpPr>
        <p:spPr>
          <a:xfrm flipH="1">
            <a:off x="6270866" y="5994787"/>
            <a:ext cx="2867" cy="129860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cxnSpLocks/>
          </p:cNvCxnSpPr>
          <p:nvPr/>
        </p:nvCxnSpPr>
        <p:spPr>
          <a:xfrm flipH="1">
            <a:off x="9111183" y="5972241"/>
            <a:ext cx="6736" cy="130524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396448" y="724604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772031" y="6102453"/>
            <a:ext cx="220519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4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3641929" y="6102638"/>
            <a:ext cx="219347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14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6531507" y="6097895"/>
            <a:ext cx="2167408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9366620" y="6099580"/>
            <a:ext cx="2212391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6</a:t>
            </a:r>
            <a:r>
              <a:rPr lang="en-US" sz="1050" dirty="0"/>
              <a:t> Outcomes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4</a:t>
            </a:r>
            <a:r>
              <a:rPr lang="en-US" sz="1050" b="0" i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539409" y="6324459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3409005" y="632462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286945" y="6329252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132578" y="6322673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6886</TotalTime>
  <Words>445</Words>
  <Application>Microsoft Office PowerPoint</Application>
  <PresentationFormat>Custom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23</cp:revision>
  <dcterms:created xsi:type="dcterms:W3CDTF">2024-04-26T15:51:54Z</dcterms:created>
  <dcterms:modified xsi:type="dcterms:W3CDTF">2024-11-22T15:22:18Z</dcterms:modified>
</cp:coreProperties>
</file>